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1" r:id="rId3"/>
    <p:sldId id="262" r:id="rId4"/>
    <p:sldId id="263" r:id="rId5"/>
    <p:sldId id="264" r:id="rId6"/>
    <p:sldId id="265" r:id="rId7"/>
    <p:sldId id="267" r:id="rId8"/>
    <p:sldId id="272" r:id="rId9"/>
    <p:sldId id="266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h5lZ3B8L84wI6Vn4eiy7w+qQYf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DBE9F3-48E4-4558-A8D3-7FDC4FEEDDCB}" v="2" dt="2025-10-12T23:47:41.1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customschemas.google.com/relationships/presentationmetadata" Target="meta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 Lawrence" userId="50b3d78e8f436f32" providerId="LiveId" clId="{E020B3F6-8E55-4088-ACE3-8F09BF91BD7C}"/>
    <pc:docChg chg="custSel modSld sldOrd">
      <pc:chgData name="M Lawrence" userId="50b3d78e8f436f32" providerId="LiveId" clId="{E020B3F6-8E55-4088-ACE3-8F09BF91BD7C}" dt="2025-10-12T23:47:49.188" v="13" actId="14100"/>
      <pc:docMkLst>
        <pc:docMk/>
      </pc:docMkLst>
      <pc:sldChg chg="modSp mod">
        <pc:chgData name="M Lawrence" userId="50b3d78e8f436f32" providerId="LiveId" clId="{E020B3F6-8E55-4088-ACE3-8F09BF91BD7C}" dt="2025-10-12T23:36:04.338" v="8" actId="1076"/>
        <pc:sldMkLst>
          <pc:docMk/>
          <pc:sldMk cId="0" sldId="262"/>
        </pc:sldMkLst>
        <pc:picChg chg="mod">
          <ac:chgData name="M Lawrence" userId="50b3d78e8f436f32" providerId="LiveId" clId="{E020B3F6-8E55-4088-ACE3-8F09BF91BD7C}" dt="2025-10-12T23:36:04.338" v="8" actId="1076"/>
          <ac:picMkLst>
            <pc:docMk/>
            <pc:sldMk cId="0" sldId="262"/>
            <ac:picMk id="11" creationId="{CE9ECCA1-C7AC-79DF-F0FF-96833FAE0690}"/>
          </ac:picMkLst>
        </pc:picChg>
      </pc:sldChg>
      <pc:sldChg chg="modSp mod">
        <pc:chgData name="M Lawrence" userId="50b3d78e8f436f32" providerId="LiveId" clId="{E020B3F6-8E55-4088-ACE3-8F09BF91BD7C}" dt="2025-10-12T23:34:14.137" v="0" actId="14100"/>
        <pc:sldMkLst>
          <pc:docMk/>
          <pc:sldMk cId="0" sldId="263"/>
        </pc:sldMkLst>
        <pc:picChg chg="mod">
          <ac:chgData name="M Lawrence" userId="50b3d78e8f436f32" providerId="LiveId" clId="{E020B3F6-8E55-4088-ACE3-8F09BF91BD7C}" dt="2025-10-12T23:34:14.137" v="0" actId="14100"/>
          <ac:picMkLst>
            <pc:docMk/>
            <pc:sldMk cId="0" sldId="263"/>
            <ac:picMk id="5" creationId="{5151FF0D-6D1E-2C6F-1B13-89A75FB370A8}"/>
          </ac:picMkLst>
        </pc:picChg>
      </pc:sldChg>
      <pc:sldChg chg="addSp delSp modSp mod ord">
        <pc:chgData name="M Lawrence" userId="50b3d78e8f436f32" providerId="LiveId" clId="{E020B3F6-8E55-4088-ACE3-8F09BF91BD7C}" dt="2025-10-12T23:47:49.188" v="13" actId="14100"/>
        <pc:sldMkLst>
          <pc:docMk/>
          <pc:sldMk cId="0" sldId="267"/>
        </pc:sldMkLst>
        <pc:picChg chg="add del mod">
          <ac:chgData name="M Lawrence" userId="50b3d78e8f436f32" providerId="LiveId" clId="{E020B3F6-8E55-4088-ACE3-8F09BF91BD7C}" dt="2025-10-12T23:35:01.548" v="7" actId="478"/>
          <ac:picMkLst>
            <pc:docMk/>
            <pc:sldMk cId="0" sldId="267"/>
            <ac:picMk id="3" creationId="{31800317-F55A-69CB-A60E-75E3A5046741}"/>
          </ac:picMkLst>
        </pc:picChg>
        <pc:picChg chg="add mod">
          <ac:chgData name="M Lawrence" userId="50b3d78e8f436f32" providerId="LiveId" clId="{E020B3F6-8E55-4088-ACE3-8F09BF91BD7C}" dt="2025-10-12T23:47:49.188" v="13" actId="14100"/>
          <ac:picMkLst>
            <pc:docMk/>
            <pc:sldMk cId="0" sldId="267"/>
            <ac:picMk id="5" creationId="{028BA38E-7B20-8603-5200-353DE3879D1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8120339156_2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3" name="Google Shape;293;g38120339156_2_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4" name="Google Shape;294;g38120339156_2_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813dfa48ab_3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0" name="Google Shape;370;g3813dfa48ab_3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1" name="Google Shape;371;g3813dfa48ab_3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7" name="Google Shape;46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8" name="Google Shape;46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5" name="Google Shape;54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6" name="Google Shape;546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08" name="Google Shape;60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8" name="Google Shape;508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9" name="Google Shape;509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9" descr="\\DROBO-FS\QuickDrops\JB\PPTX NG\Droplets\LightingOverlay.png"/>
          <p:cNvPicPr preferRelativeResize="0"/>
          <p:nvPr/>
        </p:nvPicPr>
        <p:blipFill rotWithShape="1">
          <a:blip r:embed="rId2">
            <a:alphaModFix amt="30000"/>
          </a:blip>
          <a:srcRect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" name="Google Shape;58;p19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</p:grpSpPr>
        <p:sp>
          <p:nvSpPr>
            <p:cNvPr id="59" name="Google Shape;59;p19"/>
            <p:cNvSpPr/>
            <p:nvPr/>
          </p:nvSpPr>
          <p:spPr>
            <a:xfrm>
              <a:off x="1209675" y="4763"/>
              <a:ext cx="23813" cy="218122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19"/>
            <p:cNvSpPr/>
            <p:nvPr/>
          </p:nvSpPr>
          <p:spPr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9"/>
            <p:cNvSpPr/>
            <p:nvPr/>
          </p:nvSpPr>
          <p:spPr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19"/>
            <p:cNvSpPr/>
            <p:nvPr/>
          </p:nvSpPr>
          <p:spPr>
            <a:xfrm>
              <a:off x="414338" y="9525"/>
              <a:ext cx="28575" cy="4481513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19"/>
            <p:cNvSpPr/>
            <p:nvPr/>
          </p:nvSpPr>
          <p:spPr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9"/>
            <p:cNvSpPr/>
            <p:nvPr/>
          </p:nvSpPr>
          <p:spPr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l" t="t" r="r" b="b"/>
              <a:pathLst>
                <a:path w="96" h="572" extrusionOk="0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Google Shape;65;p19"/>
            <p:cNvSpPr/>
            <p:nvPr/>
          </p:nvSpPr>
          <p:spPr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l" t="t" r="r" b="b"/>
              <a:pathLst>
                <a:path w="237" h="1135" extrusionOk="0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Google Shape;66;p19"/>
            <p:cNvSpPr/>
            <p:nvPr/>
          </p:nvSpPr>
          <p:spPr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9"/>
            <p:cNvSpPr/>
            <p:nvPr/>
          </p:nvSpPr>
          <p:spPr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l" t="t" r="r" b="b"/>
              <a:pathLst>
                <a:path w="234" h="898" extrusionOk="0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Google Shape;68;p19"/>
            <p:cNvSpPr/>
            <p:nvPr/>
          </p:nvSpPr>
          <p:spPr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l" t="t" r="r" b="b"/>
              <a:pathLst>
                <a:path w="96" h="575" extrusionOk="0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Google Shape;69;p19"/>
            <p:cNvSpPr/>
            <p:nvPr/>
          </p:nvSpPr>
          <p:spPr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9"/>
            <p:cNvSpPr/>
            <p:nvPr/>
          </p:nvSpPr>
          <p:spPr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9"/>
            <p:cNvSpPr/>
            <p:nvPr/>
          </p:nvSpPr>
          <p:spPr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l" t="t" r="r" b="b"/>
              <a:pathLst>
                <a:path w="264" h="329" extrusionOk="0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Google Shape;72;p19"/>
            <p:cNvSpPr/>
            <p:nvPr/>
          </p:nvSpPr>
          <p:spPr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l" t="t" r="r" b="b"/>
              <a:pathLst>
                <a:path w="34" h="31" extrusionOk="0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9"/>
            <p:cNvSpPr/>
            <p:nvPr/>
          </p:nvSpPr>
          <p:spPr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l" t="t" r="r" b="b"/>
              <a:pathLst>
                <a:path w="96" h="572" extrusionOk="0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Google Shape;74;p19"/>
            <p:cNvSpPr/>
            <p:nvPr/>
          </p:nvSpPr>
          <p:spPr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9"/>
            <p:cNvSpPr/>
            <p:nvPr/>
          </p:nvSpPr>
          <p:spPr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9"/>
            <p:cNvSpPr/>
            <p:nvPr/>
          </p:nvSpPr>
          <p:spPr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l" t="t" r="r" b="b"/>
              <a:pathLst>
                <a:path w="213" h="766" extrusionOk="0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Google Shape;77;p19"/>
            <p:cNvSpPr/>
            <p:nvPr/>
          </p:nvSpPr>
          <p:spPr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l" t="t" r="r" b="b"/>
              <a:pathLst>
                <a:path w="33" h="33" extrusionOk="0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9"/>
            <p:cNvSpPr/>
            <p:nvPr/>
          </p:nvSpPr>
          <p:spPr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9"/>
            <p:cNvSpPr/>
            <p:nvPr/>
          </p:nvSpPr>
          <p:spPr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l" t="t" r="r" b="b"/>
              <a:pathLst>
                <a:path w="84" h="168" extrusionOk="0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Google Shape;80;p19"/>
            <p:cNvSpPr/>
            <p:nvPr/>
          </p:nvSpPr>
          <p:spPr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9"/>
            <p:cNvSpPr/>
            <p:nvPr/>
          </p:nvSpPr>
          <p:spPr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l" t="t" r="r" b="b"/>
              <a:pathLst>
                <a:path w="84" h="170" extrusionOk="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Google Shape;82;p19"/>
            <p:cNvSpPr/>
            <p:nvPr/>
          </p:nvSpPr>
          <p:spPr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9"/>
            <p:cNvSpPr/>
            <p:nvPr/>
          </p:nvSpPr>
          <p:spPr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l" t="t" r="r" b="b"/>
              <a:pathLst>
                <a:path w="195" h="982" extrusionOk="0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Google Shape;84;p19"/>
            <p:cNvSpPr/>
            <p:nvPr/>
          </p:nvSpPr>
          <p:spPr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9"/>
            <p:cNvSpPr/>
            <p:nvPr/>
          </p:nvSpPr>
          <p:spPr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l" t="t" r="r" b="b"/>
              <a:pathLst>
                <a:path w="192" h="1120" extrusionOk="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Google Shape;86;p19"/>
            <p:cNvSpPr/>
            <p:nvPr/>
          </p:nvSpPr>
          <p:spPr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9"/>
            <p:cNvSpPr/>
            <p:nvPr/>
          </p:nvSpPr>
          <p:spPr>
            <a:xfrm>
              <a:off x="642938" y="6610350"/>
              <a:ext cx="23813" cy="242888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9"/>
            <p:cNvSpPr/>
            <p:nvPr/>
          </p:nvSpPr>
          <p:spPr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9"/>
            <p:cNvSpPr/>
            <p:nvPr/>
          </p:nvSpPr>
          <p:spPr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l" t="t" r="r" b="b"/>
              <a:pathLst>
                <a:path w="120" h="291" extrusionOk="0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Google Shape;90;p19"/>
            <p:cNvSpPr/>
            <p:nvPr/>
          </p:nvSpPr>
          <p:spPr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l" t="t" r="r" b="b"/>
              <a:pathLst>
                <a:path w="135" h="476" extrusionOk="0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Google Shape;91;p19"/>
            <p:cNvSpPr/>
            <p:nvPr/>
          </p:nvSpPr>
          <p:spPr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l" t="t" r="r" b="b"/>
              <a:pathLst>
                <a:path w="35" h="34" extrusionOk="0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9"/>
            <p:cNvSpPr/>
            <p:nvPr/>
          </p:nvSpPr>
          <p:spPr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l" t="t" r="r" b="b"/>
              <a:pathLst>
                <a:path w="402" h="2536" extrusionOk="0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Google Shape;93;p19"/>
            <p:cNvSpPr/>
            <p:nvPr/>
          </p:nvSpPr>
          <p:spPr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l" t="t" r="r" b="b"/>
              <a:pathLst>
                <a:path w="90" h="300" extrusionOk="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Google Shape;94;p19"/>
            <p:cNvSpPr/>
            <p:nvPr/>
          </p:nvSpPr>
          <p:spPr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l" t="t" r="r" b="b"/>
              <a:pathLst>
                <a:path w="23" h="23" extrusionOk="0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9"/>
            <p:cNvSpPr/>
            <p:nvPr/>
          </p:nvSpPr>
          <p:spPr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l" t="t" r="r" b="b"/>
              <a:pathLst>
                <a:path w="90" h="299" extrusionOk="0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Google Shape;96;p19"/>
            <p:cNvSpPr/>
            <p:nvPr/>
          </p:nvSpPr>
          <p:spPr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l" t="t" r="r" b="b"/>
              <a:pathLst>
                <a:path w="23" h="23" extrusionOk="0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9"/>
            <p:cNvSpPr/>
            <p:nvPr/>
          </p:nvSpPr>
          <p:spPr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l" t="t" r="r" b="b"/>
              <a:pathLst>
                <a:path w="72" h="285" extrusionOk="0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Google Shape;98;p19"/>
            <p:cNvSpPr/>
            <p:nvPr/>
          </p:nvSpPr>
          <p:spPr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l" t="t" r="r" b="b"/>
              <a:pathLst>
                <a:path w="23" h="23" extrusionOk="0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9"/>
            <p:cNvSpPr/>
            <p:nvPr/>
          </p:nvSpPr>
          <p:spPr>
            <a:xfrm>
              <a:off x="1228725" y="4662488"/>
              <a:ext cx="23813" cy="218122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9"/>
            <p:cNvSpPr/>
            <p:nvPr/>
          </p:nvSpPr>
          <p:spPr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l" t="t" r="r" b="b"/>
              <a:pathLst>
                <a:path w="234" h="1135" extrusionOk="0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Google Shape;101;p19"/>
            <p:cNvSpPr/>
            <p:nvPr/>
          </p:nvSpPr>
          <p:spPr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9"/>
            <p:cNvSpPr/>
            <p:nvPr/>
          </p:nvSpPr>
          <p:spPr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l" t="t" r="r" b="b"/>
              <a:pathLst>
                <a:path w="219" h="1802" extrusionOk="0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Google Shape;103;p19"/>
            <p:cNvSpPr/>
            <p:nvPr/>
          </p:nvSpPr>
          <p:spPr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9"/>
            <p:cNvSpPr/>
            <p:nvPr/>
          </p:nvSpPr>
          <p:spPr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9"/>
            <p:cNvSpPr/>
            <p:nvPr/>
          </p:nvSpPr>
          <p:spPr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l" t="t" r="r" b="b"/>
              <a:pathLst>
                <a:path w="234" h="898" extrusionOk="0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Google Shape;106;p19"/>
            <p:cNvSpPr/>
            <p:nvPr/>
          </p:nvSpPr>
          <p:spPr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l" t="t" r="r" b="b"/>
              <a:pathLst>
                <a:path w="96" h="575" extrusionOk="0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Google Shape;107;p19"/>
            <p:cNvSpPr/>
            <p:nvPr/>
          </p:nvSpPr>
          <p:spPr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9"/>
            <p:cNvSpPr/>
            <p:nvPr/>
          </p:nvSpPr>
          <p:spPr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9"/>
            <p:cNvSpPr/>
            <p:nvPr/>
          </p:nvSpPr>
          <p:spPr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l" t="t" r="r" b="b"/>
              <a:pathLst>
                <a:path w="264" h="332" extrusionOk="0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Google Shape;110;p19"/>
            <p:cNvSpPr/>
            <p:nvPr/>
          </p:nvSpPr>
          <p:spPr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l" t="t" r="r" b="b"/>
              <a:pathLst>
                <a:path w="33" h="31" extrusionOk="0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9"/>
            <p:cNvSpPr/>
            <p:nvPr/>
          </p:nvSpPr>
          <p:spPr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l" t="t" r="r" b="b"/>
              <a:pathLst>
                <a:path w="147" h="3215" extrusionOk="0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Google Shape;112;p19"/>
            <p:cNvSpPr/>
            <p:nvPr/>
          </p:nvSpPr>
          <p:spPr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l" t="t" r="r" b="b"/>
              <a:pathLst>
                <a:path w="39" h="39" extrusionOk="0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" name="Google Shape;113;p19"/>
          <p:cNvSpPr txBox="1"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wentieth Century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9"/>
          <p:cNvSpPr txBox="1"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 sz="2000" cap="none">
                <a:solidFill>
                  <a:schemeClr val="lt2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9pPr>
          </a:lstStyle>
          <a:p>
            <a:endParaRPr/>
          </a:p>
        </p:txBody>
      </p:sp>
      <p:sp>
        <p:nvSpPr>
          <p:cNvPr id="115" name="Google Shape;115;p19"/>
          <p:cNvSpPr txBox="1">
            <a:spLocks noGrp="1"/>
          </p:cNvSpPr>
          <p:nvPr>
            <p:ph type="dt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9"/>
          <p:cNvSpPr txBox="1">
            <a:spLocks noGrp="1"/>
          </p:cNvSpPr>
          <p:nvPr>
            <p:ph type="ft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9"/>
          <p:cNvSpPr txBox="1">
            <a:spLocks noGrp="1"/>
          </p:cNvSpPr>
          <p:nvPr>
            <p:ph type="sldNum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0"/>
          <p:cNvSpPr txBox="1"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1475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marL="914400" lvl="1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20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0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0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6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6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6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6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4"/>
          <p:cNvSpPr txBox="1"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6" name="Google Shape;136;p24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4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4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5"/>
          <p:cNvSpPr txBox="1"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 b="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/>
          </a:p>
        </p:txBody>
      </p:sp>
      <p:sp>
        <p:nvSpPr>
          <p:cNvPr id="142" name="Google Shape;142;p25"/>
          <p:cNvSpPr txBox="1">
            <a:spLocks noGrp="1"/>
          </p:cNvSpPr>
          <p:nvPr>
            <p:ph type="body" idx="2"/>
          </p:nvPr>
        </p:nvSpPr>
        <p:spPr>
          <a:xfrm>
            <a:off x="1141410" y="3073397"/>
            <a:ext cx="4878391" cy="2717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1475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marL="914400" lvl="1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25"/>
          <p:cNvSpPr txBox="1">
            <a:spLocks noGrp="1"/>
          </p:cNvSpPr>
          <p:nvPr>
            <p:ph type="body" idx="3"/>
          </p:nvPr>
        </p:nvSpPr>
        <p:spPr>
          <a:xfrm>
            <a:off x="6400808" y="2249485"/>
            <a:ext cx="4646602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 b="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/>
          </a:p>
        </p:txBody>
      </p:sp>
      <p:sp>
        <p:nvSpPr>
          <p:cNvPr id="144" name="Google Shape;144;p25"/>
          <p:cNvSpPr txBox="1">
            <a:spLocks noGrp="1"/>
          </p:cNvSpPr>
          <p:nvPr>
            <p:ph type="body" idx="4"/>
          </p:nvPr>
        </p:nvSpPr>
        <p:spPr>
          <a:xfrm>
            <a:off x="6172200" y="3073397"/>
            <a:ext cx="4875210" cy="2717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1475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marL="914400" lvl="1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25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5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5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8"/>
          <p:cNvSpPr txBox="1">
            <a:spLocks noGrp="1"/>
          </p:cNvSpPr>
          <p:nvPr>
            <p:ph type="body" idx="1"/>
          </p:nvPr>
        </p:nvSpPr>
        <p:spPr>
          <a:xfrm>
            <a:off x="5156200" y="592666"/>
            <a:ext cx="5891209" cy="519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71475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marL="914400" lvl="1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28"/>
          <p:cNvSpPr txBox="1">
            <a:spLocks noGrp="1"/>
          </p:cNvSpPr>
          <p:nvPr>
            <p:ph type="body" idx="2"/>
          </p:nvPr>
        </p:nvSpPr>
        <p:spPr>
          <a:xfrm>
            <a:off x="1146705" y="2249486"/>
            <a:ext cx="3856037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>
            <a:endParaRPr/>
          </a:p>
        </p:txBody>
      </p:sp>
      <p:sp>
        <p:nvSpPr>
          <p:cNvPr id="152" name="Google Shape;152;p28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8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8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9"/>
          <p:cNvSpPr>
            <a:spLocks noGrp="1"/>
          </p:cNvSpPr>
          <p:nvPr>
            <p:ph type="pic" idx="2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 cmpd="sng">
            <a:solidFill>
              <a:srgbClr val="B3FFFF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</p:sp>
      <p:sp>
        <p:nvSpPr>
          <p:cNvPr id="158" name="Google Shape;158;p29"/>
          <p:cNvSpPr txBox="1">
            <a:spLocks noGrp="1"/>
          </p:cNvSpPr>
          <p:nvPr>
            <p:ph type="body" idx="1"/>
          </p:nvPr>
        </p:nvSpPr>
        <p:spPr>
          <a:xfrm>
            <a:off x="1141410" y="2249486"/>
            <a:ext cx="5934511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>
            <a:endParaRPr/>
          </a:p>
        </p:txBody>
      </p:sp>
      <p:sp>
        <p:nvSpPr>
          <p:cNvPr id="159" name="Google Shape;159;p29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9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9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30"/>
          <p:cNvSpPr>
            <a:spLocks noGrp="1"/>
          </p:cNvSpPr>
          <p:nvPr>
            <p:ph type="pic" idx="2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noFill/>
          <a:ln w="19050" cap="sq" cmpd="sng">
            <a:solidFill>
              <a:srgbClr val="B3FFFF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</p:sp>
      <p:sp>
        <p:nvSpPr>
          <p:cNvPr id="165" name="Google Shape;165;p30"/>
          <p:cNvSpPr txBox="1">
            <a:spLocks noGrp="1"/>
          </p:cNvSpPr>
          <p:nvPr>
            <p:ph type="body" idx="1"/>
          </p:nvPr>
        </p:nvSpPr>
        <p:spPr>
          <a:xfrm>
            <a:off x="1141364" y="5124020"/>
            <a:ext cx="9910859" cy="682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>
            <a:endParaRPr/>
          </a:p>
        </p:txBody>
      </p:sp>
      <p:sp>
        <p:nvSpPr>
          <p:cNvPr id="166" name="Google Shape;166;p30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30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30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1"/>
          <p:cNvSpPr txBox="1"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31"/>
          <p:cNvSpPr txBox="1">
            <a:spLocks noGrp="1"/>
          </p:cNvSpPr>
          <p:nvPr>
            <p:ph type="body" idx="1"/>
          </p:nvPr>
        </p:nvSpPr>
        <p:spPr>
          <a:xfrm>
            <a:off x="1141410" y="4419599"/>
            <a:ext cx="9904459" cy="137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>
            <a:endParaRPr/>
          </a:p>
        </p:txBody>
      </p:sp>
      <p:sp>
        <p:nvSpPr>
          <p:cNvPr id="172" name="Google Shape;172;p31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31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31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2"/>
          <p:cNvSpPr txBox="1"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32"/>
          <p:cNvSpPr txBox="1">
            <a:spLocks noGrp="1"/>
          </p:cNvSpPr>
          <p:nvPr>
            <p:ph type="body" idx="1"/>
          </p:nvPr>
        </p:nvSpPr>
        <p:spPr>
          <a:xfrm>
            <a:off x="1720644" y="3365557"/>
            <a:ext cx="8752299" cy="548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>
            <a:endParaRPr/>
          </a:p>
        </p:txBody>
      </p:sp>
      <p:sp>
        <p:nvSpPr>
          <p:cNvPr id="178" name="Google Shape;178;p32"/>
          <p:cNvSpPr txBox="1">
            <a:spLocks noGrp="1"/>
          </p:cNvSpPr>
          <p:nvPr>
            <p:ph type="body" idx="2"/>
          </p:nvPr>
        </p:nvSpPr>
        <p:spPr>
          <a:xfrm>
            <a:off x="1141411" y="4309919"/>
            <a:ext cx="9906002" cy="148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>
            <a:endParaRPr/>
          </a:p>
        </p:txBody>
      </p:sp>
      <p:sp>
        <p:nvSpPr>
          <p:cNvPr id="179" name="Google Shape;179;p32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32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32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2" name="Google Shape;182;p32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Twentieth Century"/>
              <a:buNone/>
            </a:pPr>
            <a:r>
              <a:rPr lang="en-US" sz="80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2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Twentieth Century"/>
              <a:buNone/>
            </a:pPr>
            <a:r>
              <a:rPr lang="en-US" sz="80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3"/>
          <p:cNvSpPr txBox="1"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33"/>
          <p:cNvSpPr txBox="1">
            <a:spLocks noGrp="1"/>
          </p:cNvSpPr>
          <p:nvPr>
            <p:ph type="body" idx="1"/>
          </p:nvPr>
        </p:nvSpPr>
        <p:spPr>
          <a:xfrm>
            <a:off x="1141364" y="4657655"/>
            <a:ext cx="9904505" cy="1140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>
            <a:endParaRPr/>
          </a:p>
        </p:txBody>
      </p:sp>
      <p:sp>
        <p:nvSpPr>
          <p:cNvPr id="187" name="Google Shape;187;p33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33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33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icture Column">
  <p:cSld name="3 Picture Column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5"/>
          <p:cNvSpPr txBox="1"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35"/>
          <p:cNvSpPr txBox="1"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/>
          </a:p>
        </p:txBody>
      </p:sp>
      <p:sp>
        <p:nvSpPr>
          <p:cNvPr id="193" name="Google Shape;193;p35"/>
          <p:cNvSpPr>
            <a:spLocks noGrp="1"/>
          </p:cNvSpPr>
          <p:nvPr>
            <p:ph type="pic" idx="2"/>
          </p:nvPr>
        </p:nvSpPr>
        <p:spPr>
          <a:xfrm>
            <a:off x="1141413" y="2666998"/>
            <a:ext cx="3195240" cy="1524000"/>
          </a:xfrm>
          <a:prstGeom prst="round2DiagRect">
            <a:avLst>
              <a:gd name="adj1" fmla="val 16667"/>
              <a:gd name="adj2" fmla="val 0"/>
            </a:avLst>
          </a:prstGeom>
          <a:noFill/>
          <a:ln w="19050" cap="sq" cmpd="sng">
            <a:solidFill>
              <a:srgbClr val="B3FFFF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</p:sp>
      <p:sp>
        <p:nvSpPr>
          <p:cNvPr id="194" name="Google Shape;194;p35"/>
          <p:cNvSpPr txBox="1">
            <a:spLocks noGrp="1"/>
          </p:cNvSpPr>
          <p:nvPr>
            <p:ph type="body" idx="3"/>
          </p:nvPr>
        </p:nvSpPr>
        <p:spPr>
          <a:xfrm>
            <a:off x="1141413" y="4980858"/>
            <a:ext cx="3195240" cy="81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>
            <a:endParaRPr/>
          </a:p>
        </p:txBody>
      </p:sp>
      <p:sp>
        <p:nvSpPr>
          <p:cNvPr id="195" name="Google Shape;195;p35"/>
          <p:cNvSpPr txBox="1">
            <a:spLocks noGrp="1"/>
          </p:cNvSpPr>
          <p:nvPr>
            <p:ph type="body" idx="4"/>
          </p:nvPr>
        </p:nvSpPr>
        <p:spPr>
          <a:xfrm>
            <a:off x="4489053" y="4404596"/>
            <a:ext cx="320040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/>
          </a:p>
        </p:txBody>
      </p:sp>
      <p:sp>
        <p:nvSpPr>
          <p:cNvPr id="196" name="Google Shape;196;p35"/>
          <p:cNvSpPr>
            <a:spLocks noGrp="1"/>
          </p:cNvSpPr>
          <p:nvPr>
            <p:ph type="pic" idx="5"/>
          </p:nvPr>
        </p:nvSpPr>
        <p:spPr>
          <a:xfrm>
            <a:off x="4489053" y="2666998"/>
            <a:ext cx="3198940" cy="1524000"/>
          </a:xfrm>
          <a:prstGeom prst="round2DiagRect">
            <a:avLst>
              <a:gd name="adj1" fmla="val 16667"/>
              <a:gd name="adj2" fmla="val 0"/>
            </a:avLst>
          </a:prstGeom>
          <a:noFill/>
          <a:ln w="19050" cap="sq" cmpd="sng">
            <a:solidFill>
              <a:srgbClr val="B3FFFF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</p:sp>
      <p:sp>
        <p:nvSpPr>
          <p:cNvPr id="197" name="Google Shape;197;p35"/>
          <p:cNvSpPr txBox="1">
            <a:spLocks noGrp="1"/>
          </p:cNvSpPr>
          <p:nvPr>
            <p:ph type="body" idx="6"/>
          </p:nvPr>
        </p:nvSpPr>
        <p:spPr>
          <a:xfrm>
            <a:off x="4487593" y="4980857"/>
            <a:ext cx="3200400" cy="810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>
            <a:endParaRPr/>
          </a:p>
        </p:txBody>
      </p:sp>
      <p:sp>
        <p:nvSpPr>
          <p:cNvPr id="198" name="Google Shape;198;p35"/>
          <p:cNvSpPr txBox="1">
            <a:spLocks noGrp="1"/>
          </p:cNvSpPr>
          <p:nvPr>
            <p:ph type="body" idx="7"/>
          </p:nvPr>
        </p:nvSpPr>
        <p:spPr>
          <a:xfrm>
            <a:off x="7852567" y="4404595"/>
            <a:ext cx="3190741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/>
          </a:p>
        </p:txBody>
      </p:sp>
      <p:sp>
        <p:nvSpPr>
          <p:cNvPr id="199" name="Google Shape;199;p35"/>
          <p:cNvSpPr>
            <a:spLocks noGrp="1"/>
          </p:cNvSpPr>
          <p:nvPr>
            <p:ph type="pic" idx="8"/>
          </p:nvPr>
        </p:nvSpPr>
        <p:spPr>
          <a:xfrm>
            <a:off x="7852442" y="2666998"/>
            <a:ext cx="3194969" cy="1524000"/>
          </a:xfrm>
          <a:prstGeom prst="round2DiagRect">
            <a:avLst>
              <a:gd name="adj1" fmla="val 16667"/>
              <a:gd name="adj2" fmla="val 0"/>
            </a:avLst>
          </a:prstGeom>
          <a:noFill/>
          <a:ln w="19050" cap="sq" cmpd="sng">
            <a:solidFill>
              <a:srgbClr val="B3FFFF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</p:sp>
      <p:sp>
        <p:nvSpPr>
          <p:cNvPr id="200" name="Google Shape;200;p35"/>
          <p:cNvSpPr txBox="1">
            <a:spLocks noGrp="1"/>
          </p:cNvSpPr>
          <p:nvPr>
            <p:ph type="body" idx="9"/>
          </p:nvPr>
        </p:nvSpPr>
        <p:spPr>
          <a:xfrm>
            <a:off x="7852442" y="4980854"/>
            <a:ext cx="3194968" cy="810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>
            <a:endParaRPr/>
          </a:p>
        </p:txBody>
      </p:sp>
      <p:sp>
        <p:nvSpPr>
          <p:cNvPr id="201" name="Google Shape;201;p35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35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35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6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36"/>
          <p:cNvSpPr txBox="1">
            <a:spLocks noGrp="1"/>
          </p:cNvSpPr>
          <p:nvPr>
            <p:ph type="body" idx="1"/>
          </p:nvPr>
        </p:nvSpPr>
        <p:spPr>
          <a:xfrm rot="5400000">
            <a:off x="4323555" y="-932655"/>
            <a:ext cx="3541714" cy="990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1475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marL="914400" lvl="1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207" name="Google Shape;207;p36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36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36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7"/>
          <p:cNvSpPr txBox="1">
            <a:spLocks noGrp="1"/>
          </p:cNvSpPr>
          <p:nvPr>
            <p:ph type="title"/>
          </p:nvPr>
        </p:nvSpPr>
        <p:spPr>
          <a:xfrm rot="5400000">
            <a:off x="7454105" y="2197894"/>
            <a:ext cx="5181601" cy="2005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37"/>
          <p:cNvSpPr txBox="1">
            <a:spLocks noGrp="1"/>
          </p:cNvSpPr>
          <p:nvPr>
            <p:ph type="body" idx="1"/>
          </p:nvPr>
        </p:nvSpPr>
        <p:spPr>
          <a:xfrm rot="5400000">
            <a:off x="2424905" y="-673895"/>
            <a:ext cx="5181601" cy="774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1475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marL="914400" lvl="1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213" name="Google Shape;213;p37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37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37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8" descr="\\DROBO-FS\QuickDrops\JB\PPTX NG\Droplets\LightingOverlay.png"/>
          <p:cNvPicPr preferRelativeResize="0"/>
          <p:nvPr/>
        </p:nvPicPr>
        <p:blipFill rotWithShape="1">
          <a:blip r:embed="rId17">
            <a:alphaModFix amt="30000"/>
          </a:blip>
          <a:srcRect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8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2" name="Google Shape;12;p1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</p:grpSpPr>
          <p:sp>
            <p:nvSpPr>
              <p:cNvPr id="13" name="Google Shape;13;p18"/>
              <p:cNvSpPr/>
              <p:nvPr/>
            </p:nvSpPr>
            <p:spPr>
              <a:xfrm>
                <a:off x="114300" y="4763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4;p18"/>
              <p:cNvSpPr/>
              <p:nvPr/>
            </p:nvSpPr>
            <p:spPr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5;p18"/>
              <p:cNvSpPr/>
              <p:nvPr/>
            </p:nvSpPr>
            <p:spPr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6;p18"/>
              <p:cNvSpPr/>
              <p:nvPr/>
            </p:nvSpPr>
            <p:spPr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l" t="t" r="r" b="b"/>
                <a:pathLst>
                  <a:path w="233" h="1141" extrusionOk="0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Google Shape;17;p18"/>
              <p:cNvSpPr/>
              <p:nvPr/>
            </p:nvSpPr>
            <p:spPr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18;p18"/>
              <p:cNvSpPr/>
              <p:nvPr/>
            </p:nvSpPr>
            <p:spPr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l" t="t" r="r" b="b"/>
                <a:pathLst>
                  <a:path w="233" h="901" extrusionOk="0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Google Shape;19;p18"/>
              <p:cNvSpPr/>
              <p:nvPr/>
            </p:nvSpPr>
            <p:spPr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l" t="t" r="r" b="b"/>
                <a:pathLst>
                  <a:path w="96" h="575" extrusionOk="0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Google Shape;20;p18"/>
              <p:cNvSpPr/>
              <p:nvPr/>
            </p:nvSpPr>
            <p:spPr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18"/>
              <p:cNvSpPr/>
              <p:nvPr/>
            </p:nvSpPr>
            <p:spPr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p18"/>
              <p:cNvSpPr/>
              <p:nvPr/>
            </p:nvSpPr>
            <p:spPr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l" t="t" r="r" b="b"/>
                <a:pathLst>
                  <a:path w="266" h="332" extrusionOk="0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Google Shape;23;p18"/>
              <p:cNvSpPr/>
              <p:nvPr/>
            </p:nvSpPr>
            <p:spPr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31" extrusionOk="0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4" name="Google Shape;24;p18"/>
              <p:cNvCxnSpPr/>
              <p:nvPr/>
            </p:nvCxnSpPr>
            <p:spPr>
              <a:xfrm>
                <a:off x="-4763" y="9525"/>
                <a:ext cx="0" cy="0"/>
              </a:xfrm>
              <a:prstGeom prst="straightConnector1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 w="9525" cap="flat" cmpd="sng">
                <a:solidFill>
                  <a:srgbClr val="FFFFF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25" name="Google Shape;25;p18"/>
              <p:cNvSpPr/>
              <p:nvPr/>
            </p:nvSpPr>
            <p:spPr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78" h="80" extrusionOk="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Google Shape;26;p18"/>
              <p:cNvSpPr/>
              <p:nvPr/>
            </p:nvSpPr>
            <p:spPr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l" t="t" r="r" b="b"/>
                <a:pathLst>
                  <a:path w="93" h="303" extrusionOk="0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Google Shape;27;p18"/>
              <p:cNvSpPr/>
              <p:nvPr/>
            </p:nvSpPr>
            <p:spPr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90" h="300" extrusionOk="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Google Shape;28;p18"/>
              <p:cNvSpPr/>
              <p:nvPr/>
            </p:nvSpPr>
            <p:spPr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24" h="23" extrusionOk="0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29;p18"/>
              <p:cNvSpPr/>
              <p:nvPr/>
            </p:nvSpPr>
            <p:spPr>
              <a:xfrm>
                <a:off x="133350" y="4662488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30;p18"/>
              <p:cNvSpPr/>
              <p:nvPr/>
            </p:nvSpPr>
            <p:spPr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l" t="t" r="r" b="b"/>
                <a:pathLst>
                  <a:path w="233" h="1135" extrusionOk="0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Google Shape;31;p18"/>
              <p:cNvSpPr/>
              <p:nvPr/>
            </p:nvSpPr>
            <p:spPr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32;p18"/>
              <p:cNvSpPr/>
              <p:nvPr/>
            </p:nvSpPr>
            <p:spPr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l" t="t" r="r" b="b"/>
                <a:pathLst>
                  <a:path w="54" h="766" extrusionOk="0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Google Shape;33;p18"/>
              <p:cNvSpPr/>
              <p:nvPr/>
            </p:nvSpPr>
            <p:spPr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18"/>
              <p:cNvSpPr/>
              <p:nvPr/>
            </p:nvSpPr>
            <p:spPr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l" t="t" r="r" b="b"/>
                <a:pathLst>
                  <a:path w="236" h="898" extrusionOk="0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Google Shape;35;p18"/>
              <p:cNvSpPr/>
              <p:nvPr/>
            </p:nvSpPr>
            <p:spPr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l" t="t" r="r" b="b"/>
                <a:pathLst>
                  <a:path w="96" h="575" extrusionOk="0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Google Shape;36;p18"/>
              <p:cNvSpPr/>
              <p:nvPr/>
            </p:nvSpPr>
            <p:spPr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37;p18"/>
              <p:cNvSpPr/>
              <p:nvPr/>
            </p:nvSpPr>
            <p:spPr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" name="Google Shape;38;p18"/>
              <p:cNvSpPr/>
              <p:nvPr/>
            </p:nvSpPr>
            <p:spPr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326" extrusionOk="0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Google Shape;39;p18"/>
              <p:cNvSpPr/>
              <p:nvPr/>
            </p:nvSpPr>
            <p:spPr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l" t="t" r="r" b="b"/>
                <a:pathLst>
                  <a:path w="33" h="31" extrusionOk="0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" name="Google Shape;40;p18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</p:grpSpPr>
          <p:sp>
            <p:nvSpPr>
              <p:cNvPr id="41" name="Google Shape;41;p18"/>
              <p:cNvSpPr/>
              <p:nvPr/>
            </p:nvSpPr>
            <p:spPr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l" t="t" r="r" b="b"/>
                <a:pathLst>
                  <a:path w="263" h="323" extrusionOk="0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Google Shape;42;p18"/>
              <p:cNvSpPr/>
              <p:nvPr/>
            </p:nvSpPr>
            <p:spPr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32" extrusionOk="0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18"/>
              <p:cNvSpPr/>
              <p:nvPr/>
            </p:nvSpPr>
            <p:spPr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18"/>
              <p:cNvSpPr/>
              <p:nvPr/>
            </p:nvSpPr>
            <p:spPr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l" t="t" r="r" b="b"/>
                <a:pathLst>
                  <a:path w="188" h="727" extrusionOk="0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Google Shape;45;p18"/>
              <p:cNvSpPr/>
              <p:nvPr/>
            </p:nvSpPr>
            <p:spPr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33" h="33" extrusionOk="0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18"/>
              <p:cNvSpPr/>
              <p:nvPr/>
            </p:nvSpPr>
            <p:spPr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l" t="t" r="r" b="b"/>
                <a:pathLst>
                  <a:path w="192" h="973" extrusionOk="0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Google Shape;47;p18"/>
              <p:cNvSpPr/>
              <p:nvPr/>
            </p:nvSpPr>
            <p:spPr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18"/>
              <p:cNvSpPr/>
              <p:nvPr/>
            </p:nvSpPr>
            <p:spPr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l" t="t" r="r" b="b"/>
                <a:pathLst>
                  <a:path w="194" h="1135" extrusionOk="0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Google Shape;49;p18"/>
              <p:cNvSpPr/>
              <p:nvPr/>
            </p:nvSpPr>
            <p:spPr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" name="Google Shape;50;p18"/>
              <p:cNvSpPr/>
              <p:nvPr/>
            </p:nvSpPr>
            <p:spPr>
              <a:xfrm>
                <a:off x="11939587" y="6596063"/>
                <a:ext cx="23813" cy="252413"/>
              </a:xfrm>
              <a:prstGeom prst="rect">
                <a:avLst/>
              </a:pr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1" name="Google Shape;51;p18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marR="0" lvl="1" indent="-38735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1371600" marR="0" lvl="2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1828800" marR="0" lvl="3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2286000" marR="0" lvl="4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2743200" marR="0" lvl="5" indent="-33972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3200400" marR="0" lvl="6" indent="-33972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3657600" marR="0" lvl="7" indent="-33972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4114800" marR="0" lvl="8" indent="-33972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54" name="Google Shape;54;p18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55" name="Google Shape;55;p18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" name="Google Shape;220;p1"/>
          <p:cNvGrpSpPr/>
          <p:nvPr/>
        </p:nvGrpSpPr>
        <p:grpSpPr>
          <a:xfrm>
            <a:off x="0" y="-1"/>
            <a:ext cx="12192005" cy="6858000"/>
            <a:chOff x="0" y="-1"/>
            <a:chExt cx="12192005" cy="6858000"/>
          </a:xfrm>
        </p:grpSpPr>
        <p:sp>
          <p:nvSpPr>
            <p:cNvPr id="221" name="Google Shape;221;p1"/>
            <p:cNvSpPr/>
            <p:nvPr/>
          </p:nvSpPr>
          <p:spPr>
            <a:xfrm>
              <a:off x="1" y="-1"/>
              <a:ext cx="12192000" cy="6858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222" name="Google Shape;222;p1"/>
            <p:cNvPicPr preferRelativeResize="0"/>
            <p:nvPr/>
          </p:nvPicPr>
          <p:blipFill rotWithShape="1">
            <a:blip r:embed="rId4">
              <a:alphaModFix amt="30000"/>
            </a:blip>
            <a:srcRect/>
            <a:stretch/>
          </p:blipFill>
          <p:spPr>
            <a:xfrm>
              <a:off x="0" y="-1"/>
              <a:ext cx="12192005" cy="6858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23" name="Google Shape;223;p1" descr="close up of circuit board"/>
          <p:cNvPicPr preferRelativeResize="0"/>
          <p:nvPr/>
        </p:nvPicPr>
        <p:blipFill rotWithShape="1">
          <a:blip r:embed="rId5">
            <a:alphaModFix amt="30000"/>
          </a:blip>
          <a:srcRect t="6507" b="9195"/>
          <a:stretch/>
        </p:blipFill>
        <p:spPr>
          <a:xfrm>
            <a:off x="43874" y="10351"/>
            <a:ext cx="12188387" cy="68579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4" name="Google Shape;224;p1"/>
          <p:cNvGrpSpPr/>
          <p:nvPr/>
        </p:nvGrpSpPr>
        <p:grpSpPr>
          <a:xfrm>
            <a:off x="605899" y="1505240"/>
            <a:ext cx="10982062" cy="3439602"/>
            <a:chOff x="605895" y="2267459"/>
            <a:chExt cx="10982062" cy="2396100"/>
          </a:xfrm>
        </p:grpSpPr>
        <p:sp>
          <p:nvSpPr>
            <p:cNvPr id="225" name="Google Shape;225;p1"/>
            <p:cNvSpPr/>
            <p:nvPr/>
          </p:nvSpPr>
          <p:spPr>
            <a:xfrm>
              <a:off x="2609606" y="2267459"/>
              <a:ext cx="7027200" cy="2396100"/>
            </a:xfrm>
            <a:prstGeom prst="round2DiagRect">
              <a:avLst>
                <a:gd name="adj1" fmla="val 9246"/>
                <a:gd name="adj2" fmla="val 0"/>
              </a:avLst>
            </a:prstGeom>
            <a:solidFill>
              <a:schemeClr val="dk1">
                <a:alpha val="80000"/>
              </a:schemeClr>
            </a:solidFill>
            <a:ln w="19050" cap="sq" cmpd="sng">
              <a:solidFill>
                <a:schemeClr val="lt2">
                  <a:alpha val="6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889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 dirty="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"Building realistic scenarios to increase confidence and decision-making skills for Emergency Medical Technicians”</a:t>
              </a:r>
              <a:endParaRPr dirty="0"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 dirty="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Phase 3: UI Design &amp; Initial Implementation</a:t>
              </a:r>
              <a:endParaRPr dirty="0"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grpSp>
          <p:nvGrpSpPr>
            <p:cNvPr id="226" name="Google Shape;226;p1"/>
            <p:cNvGrpSpPr/>
            <p:nvPr/>
          </p:nvGrpSpPr>
          <p:grpSpPr>
            <a:xfrm>
              <a:off x="605895" y="2900097"/>
              <a:ext cx="10982062" cy="1211524"/>
              <a:chOff x="605895" y="2900097"/>
              <a:chExt cx="10982062" cy="1211524"/>
            </a:xfrm>
          </p:grpSpPr>
          <p:sp>
            <p:nvSpPr>
              <p:cNvPr id="227" name="Google Shape;227;p1"/>
              <p:cNvSpPr/>
              <p:nvPr/>
            </p:nvSpPr>
            <p:spPr>
              <a:xfrm rot="-5400000" flipH="1">
                <a:off x="9653587" y="3379784"/>
                <a:ext cx="417513" cy="512763"/>
              </a:xfrm>
              <a:custGeom>
                <a:avLst/>
                <a:gdLst/>
                <a:ahLst/>
                <a:cxnLst/>
                <a:rect l="l" t="t" r="r" b="b"/>
                <a:pathLst>
                  <a:path w="263" h="323" extrusionOk="0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6862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28" name="Google Shape;228;p1"/>
              <p:cNvSpPr/>
              <p:nvPr/>
            </p:nvSpPr>
            <p:spPr>
              <a:xfrm rot="-5400000" flipH="1">
                <a:off x="10078244" y="3310728"/>
                <a:ext cx="157163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32" extrusionOk="0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6862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29" name="Google Shape;229;p1"/>
              <p:cNvSpPr/>
              <p:nvPr/>
            </p:nvSpPr>
            <p:spPr>
              <a:xfrm rot="-5400000" flipH="1">
                <a:off x="11146631" y="3574253"/>
                <a:ext cx="188913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6862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30" name="Google Shape;230;p1"/>
              <p:cNvSpPr/>
              <p:nvPr/>
            </p:nvSpPr>
            <p:spPr>
              <a:xfrm rot="-5400000" flipH="1">
                <a:off x="10230644" y="3034502"/>
                <a:ext cx="304800" cy="1544638"/>
              </a:xfrm>
              <a:custGeom>
                <a:avLst/>
                <a:gdLst/>
                <a:ahLst/>
                <a:cxnLst/>
                <a:rect l="l" t="t" r="r" b="b"/>
                <a:pathLst>
                  <a:path w="192" h="973" extrusionOk="0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6862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31" name="Google Shape;231;p1"/>
              <p:cNvSpPr/>
              <p:nvPr/>
            </p:nvSpPr>
            <p:spPr>
              <a:xfrm rot="5400000">
                <a:off x="10034587" y="2562753"/>
                <a:ext cx="298450" cy="1154113"/>
              </a:xfrm>
              <a:custGeom>
                <a:avLst/>
                <a:gdLst/>
                <a:ahLst/>
                <a:cxnLst/>
                <a:rect l="l" t="t" r="r" b="b"/>
                <a:pathLst>
                  <a:path w="188" h="727" extrusionOk="0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6862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32" name="Google Shape;232;p1"/>
              <p:cNvSpPr/>
              <p:nvPr/>
            </p:nvSpPr>
            <p:spPr>
              <a:xfrm rot="5400000">
                <a:off x="10747375" y="3232679"/>
                <a:ext cx="157163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33" h="33" extrusionOk="0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6862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33" name="Google Shape;233;p1"/>
              <p:cNvSpPr/>
              <p:nvPr/>
            </p:nvSpPr>
            <p:spPr>
              <a:xfrm rot="5400000">
                <a:off x="11399044" y="3095360"/>
                <a:ext cx="188913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6862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34" name="Google Shape;234;p1"/>
              <p:cNvSpPr/>
              <p:nvPr/>
            </p:nvSpPr>
            <p:spPr>
              <a:xfrm rot="5400000">
                <a:off x="10353675" y="2153178"/>
                <a:ext cx="307975" cy="1801813"/>
              </a:xfrm>
              <a:custGeom>
                <a:avLst/>
                <a:gdLst/>
                <a:ahLst/>
                <a:cxnLst/>
                <a:rect l="l" t="t" r="r" b="b"/>
                <a:pathLst>
                  <a:path w="194" h="1135" extrusionOk="0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6862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35" name="Google Shape;235;p1"/>
              <p:cNvSpPr/>
              <p:nvPr/>
            </p:nvSpPr>
            <p:spPr>
              <a:xfrm rot="5400000">
                <a:off x="9848850" y="3308878"/>
                <a:ext cx="190500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6862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36" name="Google Shape;236;p1"/>
              <p:cNvSpPr/>
              <p:nvPr/>
            </p:nvSpPr>
            <p:spPr>
              <a:xfrm rot="5400000">
                <a:off x="9721169" y="3284272"/>
                <a:ext cx="23700" cy="252300"/>
              </a:xfrm>
              <a:prstGeom prst="rect">
                <a:avLst/>
              </a:pr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6862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37" name="Google Shape;237;p1"/>
              <p:cNvSpPr/>
              <p:nvPr/>
            </p:nvSpPr>
            <p:spPr>
              <a:xfrm rot="5400000">
                <a:off x="2122751" y="3532184"/>
                <a:ext cx="417513" cy="512763"/>
              </a:xfrm>
              <a:custGeom>
                <a:avLst/>
                <a:gdLst/>
                <a:ahLst/>
                <a:cxnLst/>
                <a:rect l="l" t="t" r="r" b="b"/>
                <a:pathLst>
                  <a:path w="263" h="323" extrusionOk="0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6862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38" name="Google Shape;238;p1"/>
              <p:cNvSpPr/>
              <p:nvPr/>
            </p:nvSpPr>
            <p:spPr>
              <a:xfrm rot="5400000">
                <a:off x="1958445" y="3463128"/>
                <a:ext cx="157163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32" extrusionOk="0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6862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39" name="Google Shape;239;p1"/>
              <p:cNvSpPr/>
              <p:nvPr/>
            </p:nvSpPr>
            <p:spPr>
              <a:xfrm rot="5400000">
                <a:off x="858308" y="3726653"/>
                <a:ext cx="188913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6862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40" name="Google Shape;240;p1"/>
              <p:cNvSpPr/>
              <p:nvPr/>
            </p:nvSpPr>
            <p:spPr>
              <a:xfrm rot="5400000">
                <a:off x="1658407" y="3186902"/>
                <a:ext cx="304800" cy="1544638"/>
              </a:xfrm>
              <a:custGeom>
                <a:avLst/>
                <a:gdLst/>
                <a:ahLst/>
                <a:cxnLst/>
                <a:rect l="l" t="t" r="r" b="b"/>
                <a:pathLst>
                  <a:path w="192" h="973" extrusionOk="0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6862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41" name="Google Shape;241;p1"/>
              <p:cNvSpPr/>
              <p:nvPr/>
            </p:nvSpPr>
            <p:spPr>
              <a:xfrm rot="-5400000" flipH="1">
                <a:off x="1860814" y="2715153"/>
                <a:ext cx="298450" cy="1154113"/>
              </a:xfrm>
              <a:custGeom>
                <a:avLst/>
                <a:gdLst/>
                <a:ahLst/>
                <a:cxnLst/>
                <a:rect l="l" t="t" r="r" b="b"/>
                <a:pathLst>
                  <a:path w="188" h="727" extrusionOk="0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6862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42" name="Google Shape;242;p1"/>
              <p:cNvSpPr/>
              <p:nvPr/>
            </p:nvSpPr>
            <p:spPr>
              <a:xfrm rot="-5400000" flipH="1">
                <a:off x="1289314" y="3385079"/>
                <a:ext cx="157163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33" h="33" extrusionOk="0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6862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43" name="Google Shape;243;p1"/>
              <p:cNvSpPr/>
              <p:nvPr/>
            </p:nvSpPr>
            <p:spPr>
              <a:xfrm rot="-5400000" flipH="1">
                <a:off x="605895" y="3247760"/>
                <a:ext cx="188913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6862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44" name="Google Shape;244;p1"/>
              <p:cNvSpPr/>
              <p:nvPr/>
            </p:nvSpPr>
            <p:spPr>
              <a:xfrm rot="-5400000" flipH="1">
                <a:off x="1532202" y="2305578"/>
                <a:ext cx="307975" cy="1801813"/>
              </a:xfrm>
              <a:custGeom>
                <a:avLst/>
                <a:gdLst/>
                <a:ahLst/>
                <a:cxnLst/>
                <a:rect l="l" t="t" r="r" b="b"/>
                <a:pathLst>
                  <a:path w="194" h="1135" extrusionOk="0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6862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45" name="Google Shape;245;p1"/>
              <p:cNvSpPr/>
              <p:nvPr/>
            </p:nvSpPr>
            <p:spPr>
              <a:xfrm rot="-5400000" flipH="1">
                <a:off x="2154501" y="3461278"/>
                <a:ext cx="190500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6862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46" name="Google Shape;246;p1"/>
              <p:cNvSpPr/>
              <p:nvPr/>
            </p:nvSpPr>
            <p:spPr>
              <a:xfrm rot="-5400000" flipH="1">
                <a:off x="2448983" y="3436672"/>
                <a:ext cx="23700" cy="252300"/>
              </a:xfrm>
              <a:prstGeom prst="rect">
                <a:avLst/>
              </a:prstGeom>
              <a:solidFill>
                <a:schemeClr val="lt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6862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</p:grpSp>
      </p:grpSp>
      <p:sp>
        <p:nvSpPr>
          <p:cNvPr id="247" name="Google Shape;247;p1"/>
          <p:cNvSpPr txBox="1">
            <a:spLocks noGrp="1"/>
          </p:cNvSpPr>
          <p:nvPr>
            <p:ph type="ctrTitle"/>
          </p:nvPr>
        </p:nvSpPr>
        <p:spPr>
          <a:xfrm>
            <a:off x="2751538" y="1169490"/>
            <a:ext cx="6858000" cy="9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EMT Simu-Save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"/>
          <p:cNvSpPr txBox="1">
            <a:spLocks noGrp="1"/>
          </p:cNvSpPr>
          <p:nvPr>
            <p:ph type="subTitle" idx="1"/>
          </p:nvPr>
        </p:nvSpPr>
        <p:spPr>
          <a:xfrm>
            <a:off x="4562443" y="3742499"/>
            <a:ext cx="29199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</a:pPr>
            <a:r>
              <a:rPr lang="en-US"/>
              <a:t>CODEBLUE COLLECTIVE</a:t>
            </a:r>
            <a:endParaRPr/>
          </a:p>
        </p:txBody>
      </p:sp>
      <p:sp>
        <p:nvSpPr>
          <p:cNvPr id="249" name="Google Shape;249;p1"/>
          <p:cNvSpPr txBox="1"/>
          <p:nvPr/>
        </p:nvSpPr>
        <p:spPr>
          <a:xfrm>
            <a:off x="3413443" y="4373612"/>
            <a:ext cx="5217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Meghan Lawrence, Sophia Worsham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0" name="Google Shape;250;p1"/>
          <p:cNvCxnSpPr/>
          <p:nvPr/>
        </p:nvCxnSpPr>
        <p:spPr>
          <a:xfrm rot="10800000" flipH="1">
            <a:off x="2601441" y="4259505"/>
            <a:ext cx="6993300" cy="14700"/>
          </a:xfrm>
          <a:prstGeom prst="straightConnector1">
            <a:avLst/>
          </a:prstGeom>
          <a:noFill/>
          <a:ln w="158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CCE220D-6EA3-EB89-403E-5CEAFB920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826" y="426884"/>
            <a:ext cx="8554064" cy="570270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screen with white text">
            <a:extLst>
              <a:ext uri="{FF2B5EF4-FFF2-40B4-BE49-F238E27FC236}">
                <a16:creationId xmlns:a16="http://schemas.microsoft.com/office/drawing/2014/main" id="{B367EBC0-0990-1026-F1AC-B9AA4507C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689" y="177390"/>
            <a:ext cx="9754829" cy="6503219"/>
          </a:xfrm>
          <a:prstGeom prst="rect">
            <a:avLst/>
          </a:prstGeom>
        </p:spPr>
      </p:pic>
      <p:pic>
        <p:nvPicPr>
          <p:cNvPr id="11" name="Picture 10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CE9ECCA1-C7AC-79DF-F0FF-96833FAE06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079089"/>
            <a:ext cx="2433534" cy="4699819"/>
          </a:xfrm>
          <a:prstGeom prst="rect">
            <a:avLst/>
          </a:prstGeom>
        </p:spPr>
      </p:pic>
      <p:pic>
        <p:nvPicPr>
          <p:cNvPr id="13" name="Picture 12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CF50EFB1-CE7C-3FE0-E161-32D3EAF69F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2892" y="943487"/>
            <a:ext cx="2261420" cy="52999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14765A2-E070-B6F8-7F95-5A70271B6D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70" y="132736"/>
            <a:ext cx="9651591" cy="6434394"/>
          </a:xfrm>
          <a:prstGeom prst="rect">
            <a:avLst/>
          </a:prstGeom>
        </p:spPr>
      </p:pic>
      <p:pic>
        <p:nvPicPr>
          <p:cNvPr id="5" name="Picture 4" descr="A screenshot of a medical test&#10;&#10;AI-generated content may be incorrect.">
            <a:extLst>
              <a:ext uri="{FF2B5EF4-FFF2-40B4-BE49-F238E27FC236}">
                <a16:creationId xmlns:a16="http://schemas.microsoft.com/office/drawing/2014/main" id="{5151FF0D-6D1E-2C6F-1B13-89A75FB370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9678" y="341466"/>
            <a:ext cx="3487212" cy="61750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white screen with text&#10;&#10;AI-generated content may be incorrect.">
            <a:extLst>
              <a:ext uri="{FF2B5EF4-FFF2-40B4-BE49-F238E27FC236}">
                <a16:creationId xmlns:a16="http://schemas.microsoft.com/office/drawing/2014/main" id="{46F75D9A-D172-004D-BE4B-D7CF483D6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5622" y="127819"/>
            <a:ext cx="9627010" cy="6602361"/>
          </a:xfrm>
          <a:prstGeom prst="rect">
            <a:avLst/>
          </a:prstGeom>
        </p:spPr>
      </p:pic>
      <p:pic>
        <p:nvPicPr>
          <p:cNvPr id="7" name="Picture 6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5D96DB03-5333-B6AD-F9F0-EDEFBA1AA8C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70" t="16344" r="577" b="22294"/>
          <a:stretch>
            <a:fillRect/>
          </a:stretch>
        </p:blipFill>
        <p:spPr>
          <a:xfrm>
            <a:off x="6715432" y="1993489"/>
            <a:ext cx="3696929" cy="42082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white screen with white text&#10;&#10;AI-generated content may be incorrect.">
            <a:extLst>
              <a:ext uri="{FF2B5EF4-FFF2-40B4-BE49-F238E27FC236}">
                <a16:creationId xmlns:a16="http://schemas.microsoft.com/office/drawing/2014/main" id="{825A7EB3-FF8F-D3B7-E06F-3F7AFD2686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417" y="183945"/>
            <a:ext cx="9735165" cy="6490110"/>
          </a:xfrm>
          <a:prstGeom prst="rect">
            <a:avLst/>
          </a:prstGeom>
        </p:spPr>
      </p:pic>
      <p:pic>
        <p:nvPicPr>
          <p:cNvPr id="7" name="Picture 6" descr="A screenshot of a chat&#10;&#10;AI-generated content may be incorrect.">
            <a:extLst>
              <a:ext uri="{FF2B5EF4-FFF2-40B4-BE49-F238E27FC236}">
                <a16:creationId xmlns:a16="http://schemas.microsoft.com/office/drawing/2014/main" id="{6C876A5B-8B85-14AD-00F0-0E45DC29F9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38" t="3441" r="-701" b="23727"/>
          <a:stretch>
            <a:fillRect/>
          </a:stretch>
        </p:blipFill>
        <p:spPr>
          <a:xfrm>
            <a:off x="6695769" y="1268361"/>
            <a:ext cx="3805084" cy="52307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028BA38E-7B20-8603-5200-353DE3879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194" y="217128"/>
            <a:ext cx="9334501" cy="62230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997C9"/>
            </a:gs>
            <a:gs pos="100000">
              <a:srgbClr val="002355"/>
            </a:gs>
          </a:gsLst>
          <a:lin ang="5040080" scaled="0"/>
        </a:gradFill>
        <a:effectLst/>
      </p:bgPr>
    </p:bg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 descr="Visual Progress and Walkthrough&#10;">
            <a:extLst>
              <a:ext uri="{FF2B5EF4-FFF2-40B4-BE49-F238E27FC236}">
                <a16:creationId xmlns:a16="http://schemas.microsoft.com/office/drawing/2014/main" id="{5DF98272-3DFE-F943-972D-F59F286E8460}"/>
              </a:ext>
            </a:extLst>
          </p:cNvPr>
          <p:cNvSpPr txBox="1"/>
          <p:nvPr/>
        </p:nvSpPr>
        <p:spPr>
          <a:xfrm rot="10800000" flipH="1" flipV="1">
            <a:off x="1258528" y="333034"/>
            <a:ext cx="96749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Visual Progress and Walkthrough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screen with white text&#10;&#10;AI-generated content may be incorrect.">
            <a:extLst>
              <a:ext uri="{FF2B5EF4-FFF2-40B4-BE49-F238E27FC236}">
                <a16:creationId xmlns:a16="http://schemas.microsoft.com/office/drawing/2014/main" id="{1947B11C-BC71-605A-923D-14446DAF7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522" y="243349"/>
            <a:ext cx="9368913" cy="624594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ircuit">
  <a:themeElements>
    <a:clrScheme name="Circuit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41</Words>
  <Application>Microsoft Office PowerPoint</Application>
  <PresentationFormat>Widescreen</PresentationFormat>
  <Paragraphs>12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Twentieth Century</vt:lpstr>
      <vt:lpstr>Circuit</vt:lpstr>
      <vt:lpstr>EMT Simu-Save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 Lawrence</dc:creator>
  <cp:lastModifiedBy>M Lawrence</cp:lastModifiedBy>
  <cp:revision>2</cp:revision>
  <dcterms:created xsi:type="dcterms:W3CDTF">2025-09-06T23:34:47Z</dcterms:created>
  <dcterms:modified xsi:type="dcterms:W3CDTF">2025-10-12T23:47:50Z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