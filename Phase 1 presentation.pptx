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sldIdLst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0E87CA-D3EA-4034-8E7A-A622178DF7CA}" v="64" dt="2025-09-07T16:57:00.9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Lawrence" userId="50b3d78e8f436f32" providerId="LiveId" clId="{E020B3F6-8E55-4088-ACE3-8F09BF91BD7C}"/>
    <pc:docChg chg="undo custSel addSld delSld modSld">
      <pc:chgData name="M Lawrence" userId="50b3d78e8f436f32" providerId="LiveId" clId="{E020B3F6-8E55-4088-ACE3-8F09BF91BD7C}" dt="2025-09-07T17:00:11.005" v="688" actId="26606"/>
      <pc:docMkLst>
        <pc:docMk/>
      </pc:docMkLst>
      <pc:sldChg chg="modSp mod">
        <pc:chgData name="M Lawrence" userId="50b3d78e8f436f32" providerId="LiveId" clId="{E020B3F6-8E55-4088-ACE3-8F09BF91BD7C}" dt="2025-09-07T16:49:41.476" v="572" actId="1076"/>
        <pc:sldMkLst>
          <pc:docMk/>
          <pc:sldMk cId="1337192207" sldId="261"/>
        </pc:sldMkLst>
        <pc:picChg chg="mod">
          <ac:chgData name="M Lawrence" userId="50b3d78e8f436f32" providerId="LiveId" clId="{E020B3F6-8E55-4088-ACE3-8F09BF91BD7C}" dt="2025-09-07T16:49:41.476" v="572" actId="1076"/>
          <ac:picMkLst>
            <pc:docMk/>
            <pc:sldMk cId="1337192207" sldId="261"/>
            <ac:picMk id="5" creationId="{525AE681-57C0-4C44-9E88-A16CDA016EB3}"/>
          </ac:picMkLst>
        </pc:picChg>
      </pc:sldChg>
      <pc:sldChg chg="addSp delSp modSp mod setBg setClrOvrMap">
        <pc:chgData name="M Lawrence" userId="50b3d78e8f436f32" providerId="LiveId" clId="{E020B3F6-8E55-4088-ACE3-8F09BF91BD7C}" dt="2025-09-07T16:57:00.900" v="662"/>
        <pc:sldMkLst>
          <pc:docMk/>
          <pc:sldMk cId="1094849372" sldId="262"/>
        </pc:sldMkLst>
        <pc:spChg chg="mod">
          <ac:chgData name="M Lawrence" userId="50b3d78e8f436f32" providerId="LiveId" clId="{E020B3F6-8E55-4088-ACE3-8F09BF91BD7C}" dt="2025-09-07T16:56:35.194" v="656" actId="1076"/>
          <ac:spMkLst>
            <pc:docMk/>
            <pc:sldMk cId="1094849372" sldId="262"/>
            <ac:spMk id="2" creationId="{0A6BCF94-F108-4D92-8C4F-CD9273947A31}"/>
          </ac:spMkLst>
        </pc:spChg>
        <pc:spChg chg="del">
          <ac:chgData name="M Lawrence" userId="50b3d78e8f436f32" providerId="LiveId" clId="{E020B3F6-8E55-4088-ACE3-8F09BF91BD7C}" dt="2025-09-07T16:50:18.094" v="573" actId="26606"/>
          <ac:spMkLst>
            <pc:docMk/>
            <pc:sldMk cId="1094849372" sldId="262"/>
            <ac:spMk id="274" creationId="{54B9C16B-AC4A-44ED-9075-F76549B46E7C}"/>
          </ac:spMkLst>
        </pc:spChg>
        <pc:spChg chg="del">
          <ac:chgData name="M Lawrence" userId="50b3d78e8f436f32" providerId="LiveId" clId="{E020B3F6-8E55-4088-ACE3-8F09BF91BD7C}" dt="2025-09-07T16:50:18.094" v="573" actId="26606"/>
          <ac:spMkLst>
            <pc:docMk/>
            <pc:sldMk cId="1094849372" sldId="262"/>
            <ac:spMk id="307" creationId="{B53044DC-4918-43DA-B49D-91673C6C9485}"/>
          </ac:spMkLst>
        </pc:spChg>
        <pc:spChg chg="add del">
          <ac:chgData name="M Lawrence" userId="50b3d78e8f436f32" providerId="LiveId" clId="{E020B3F6-8E55-4088-ACE3-8F09BF91BD7C}" dt="2025-09-07T16:56:02.984" v="650" actId="26606"/>
          <ac:spMkLst>
            <pc:docMk/>
            <pc:sldMk cId="1094849372" sldId="262"/>
            <ac:spMk id="343" creationId="{54B9C16B-AC4A-44ED-9075-F76549B46E7C}"/>
          </ac:spMkLst>
        </pc:spChg>
        <pc:spChg chg="add del">
          <ac:chgData name="M Lawrence" userId="50b3d78e8f436f32" providerId="LiveId" clId="{E020B3F6-8E55-4088-ACE3-8F09BF91BD7C}" dt="2025-09-07T16:56:02.984" v="650" actId="26606"/>
          <ac:spMkLst>
            <pc:docMk/>
            <pc:sldMk cId="1094849372" sldId="262"/>
            <ac:spMk id="376" creationId="{B53044DC-4918-43DA-B49D-91673C6C9485}"/>
          </ac:spMkLst>
        </pc:spChg>
        <pc:grpChg chg="del">
          <ac:chgData name="M Lawrence" userId="50b3d78e8f436f32" providerId="LiveId" clId="{E020B3F6-8E55-4088-ACE3-8F09BF91BD7C}" dt="2025-09-07T16:56:02.984" v="650" actId="26606"/>
          <ac:grpSpMkLst>
            <pc:docMk/>
            <pc:sldMk cId="1094849372" sldId="262"/>
            <ac:grpSpMk id="345" creationId="{62A2FEB6-F419-4684-9ABC-9E32E012E8B7}"/>
          </ac:grpSpMkLst>
        </pc:grpChg>
        <pc:grpChg chg="add del">
          <ac:chgData name="M Lawrence" userId="50b3d78e8f436f32" providerId="LiveId" clId="{E020B3F6-8E55-4088-ACE3-8F09BF91BD7C}" dt="2025-09-07T16:56:02.984" v="650" actId="26606"/>
          <ac:grpSpMkLst>
            <pc:docMk/>
            <pc:sldMk cId="1094849372" sldId="262"/>
            <ac:grpSpMk id="378" creationId="{1DCE6B36-1420-43AB-86CF-4E653A517B9C}"/>
          </ac:grpSpMkLst>
        </pc:grpChg>
        <pc:graphicFrameChg chg="mod modGraphic">
          <ac:chgData name="M Lawrence" userId="50b3d78e8f436f32" providerId="LiveId" clId="{E020B3F6-8E55-4088-ACE3-8F09BF91BD7C}" dt="2025-09-07T16:57:00.900" v="662"/>
          <ac:graphicFrameMkLst>
            <pc:docMk/>
            <pc:sldMk cId="1094849372" sldId="262"/>
            <ac:graphicFrameMk id="270" creationId="{34B60D3A-A4BC-088B-0364-60F7BE30F4A7}"/>
          </ac:graphicFrameMkLst>
        </pc:graphicFrameChg>
        <pc:picChg chg="del">
          <ac:chgData name="M Lawrence" userId="50b3d78e8f436f32" providerId="LiveId" clId="{E020B3F6-8E55-4088-ACE3-8F09BF91BD7C}" dt="2025-09-07T16:50:18.094" v="573" actId="26606"/>
          <ac:picMkLst>
            <pc:docMk/>
            <pc:sldMk cId="1094849372" sldId="262"/>
            <ac:picMk id="305" creationId="{3E94A106-9341-485C-9057-9D62B2BD083F}"/>
          </ac:picMkLst>
        </pc:picChg>
        <pc:picChg chg="del">
          <ac:chgData name="M Lawrence" userId="50b3d78e8f436f32" providerId="LiveId" clId="{E020B3F6-8E55-4088-ACE3-8F09BF91BD7C}" dt="2025-09-07T16:50:18.094" v="573" actId="26606"/>
          <ac:picMkLst>
            <pc:docMk/>
            <pc:sldMk cId="1094849372" sldId="262"/>
            <ac:picMk id="338" creationId="{9BE36DBF-0333-4D36-A5BF-81FDA2406FE9}"/>
          </ac:picMkLst>
        </pc:picChg>
        <pc:picChg chg="add del">
          <ac:chgData name="M Lawrence" userId="50b3d78e8f436f32" providerId="LiveId" clId="{E020B3F6-8E55-4088-ACE3-8F09BF91BD7C}" dt="2025-09-07T16:56:02.984" v="650" actId="26606"/>
          <ac:picMkLst>
            <pc:docMk/>
            <pc:sldMk cId="1094849372" sldId="262"/>
            <ac:picMk id="374" creationId="{3E94A106-9341-485C-9057-9D62B2BD083F}"/>
          </ac:picMkLst>
        </pc:picChg>
        <pc:picChg chg="add del">
          <ac:chgData name="M Lawrence" userId="50b3d78e8f436f32" providerId="LiveId" clId="{E020B3F6-8E55-4088-ACE3-8F09BF91BD7C}" dt="2025-09-07T16:56:02.984" v="650" actId="26606"/>
          <ac:picMkLst>
            <pc:docMk/>
            <pc:sldMk cId="1094849372" sldId="262"/>
            <ac:picMk id="407" creationId="{9BE36DBF-0333-4D36-A5BF-81FDA2406FE9}"/>
          </ac:picMkLst>
        </pc:picChg>
      </pc:sldChg>
      <pc:sldChg chg="addSp delSp modSp mod">
        <pc:chgData name="M Lawrence" userId="50b3d78e8f436f32" providerId="LiveId" clId="{E020B3F6-8E55-4088-ACE3-8F09BF91BD7C}" dt="2025-09-07T16:57:57.836" v="670" actId="255"/>
        <pc:sldMkLst>
          <pc:docMk/>
          <pc:sldMk cId="3022693027" sldId="263"/>
        </pc:sldMkLst>
        <pc:spChg chg="mod">
          <ac:chgData name="M Lawrence" userId="50b3d78e8f436f32" providerId="LiveId" clId="{E020B3F6-8E55-4088-ACE3-8F09BF91BD7C}" dt="2025-09-07T16:57:34.971" v="666" actId="1076"/>
          <ac:spMkLst>
            <pc:docMk/>
            <pc:sldMk cId="3022693027" sldId="263"/>
            <ac:spMk id="2" creationId="{EFAB40EE-179B-3722-3E27-9C44AA3C2E73}"/>
          </ac:spMkLst>
        </pc:spChg>
        <pc:spChg chg="mod">
          <ac:chgData name="M Lawrence" userId="50b3d78e8f436f32" providerId="LiveId" clId="{E020B3F6-8E55-4088-ACE3-8F09BF91BD7C}" dt="2025-09-07T16:57:57.836" v="670" actId="255"/>
          <ac:spMkLst>
            <pc:docMk/>
            <pc:sldMk cId="3022693027" sldId="263"/>
            <ac:spMk id="3" creationId="{0271022A-7172-98C7-F28B-5A1F1D564099}"/>
          </ac:spMkLst>
        </pc:spChg>
        <pc:spChg chg="del">
          <ac:chgData name="M Lawrence" userId="50b3d78e8f436f32" providerId="LiveId" clId="{E020B3F6-8E55-4088-ACE3-8F09BF91BD7C}" dt="2025-09-07T16:57:26.756" v="663" actId="26606"/>
          <ac:spMkLst>
            <pc:docMk/>
            <pc:sldMk cId="3022693027" sldId="263"/>
            <ac:spMk id="44" creationId="{CC892AB0-7D6D-4FC9-9105-0CB427161889}"/>
          </ac:spMkLst>
        </pc:spChg>
        <pc:spChg chg="del">
          <ac:chgData name="M Lawrence" userId="50b3d78e8f436f32" providerId="LiveId" clId="{E020B3F6-8E55-4088-ACE3-8F09BF91BD7C}" dt="2025-09-07T16:57:26.756" v="663" actId="26606"/>
          <ac:spMkLst>
            <pc:docMk/>
            <pc:sldMk cId="3022693027" sldId="263"/>
            <ac:spMk id="74" creationId="{6D29BE04-4454-4832-B83F-10D001BFF94D}"/>
          </ac:spMkLst>
        </pc:spChg>
        <pc:spChg chg="del">
          <ac:chgData name="M Lawrence" userId="50b3d78e8f436f32" providerId="LiveId" clId="{E020B3F6-8E55-4088-ACE3-8F09BF91BD7C}" dt="2025-09-07T16:57:26.756" v="663" actId="26606"/>
          <ac:spMkLst>
            <pc:docMk/>
            <pc:sldMk cId="3022693027" sldId="263"/>
            <ac:spMk id="76" creationId="{98714CE9-3C2C-48E1-8B8F-CFB7735C43D7}"/>
          </ac:spMkLst>
        </pc:spChg>
        <pc:grpChg chg="del">
          <ac:chgData name="M Lawrence" userId="50b3d78e8f436f32" providerId="LiveId" clId="{E020B3F6-8E55-4088-ACE3-8F09BF91BD7C}" dt="2025-09-07T16:57:26.756" v="663" actId="26606"/>
          <ac:grpSpMkLst>
            <pc:docMk/>
            <pc:sldMk cId="3022693027" sldId="263"/>
            <ac:grpSpMk id="46" creationId="{807353E4-FA19-40CB-8AF8-3A8E6704BE09}"/>
          </ac:grpSpMkLst>
        </pc:grpChg>
        <pc:grpChg chg="del">
          <ac:chgData name="M Lawrence" userId="50b3d78e8f436f32" providerId="LiveId" clId="{E020B3F6-8E55-4088-ACE3-8F09BF91BD7C}" dt="2025-09-07T16:57:26.756" v="663" actId="26606"/>
          <ac:grpSpMkLst>
            <pc:docMk/>
            <pc:sldMk cId="3022693027" sldId="263"/>
            <ac:grpSpMk id="54" creationId="{0328E69E-CE3D-4110-8BF7-AD3C0C10CB1C}"/>
          </ac:grpSpMkLst>
        </pc:grpChg>
        <pc:grpChg chg="del">
          <ac:chgData name="M Lawrence" userId="50b3d78e8f436f32" providerId="LiveId" clId="{E020B3F6-8E55-4088-ACE3-8F09BF91BD7C}" dt="2025-09-07T16:57:26.756" v="663" actId="26606"/>
          <ac:grpSpMkLst>
            <pc:docMk/>
            <pc:sldMk cId="3022693027" sldId="263"/>
            <ac:grpSpMk id="60" creationId="{F64806C9-3599-45A7-BCFF-F762C54276F8}"/>
          </ac:grpSpMkLst>
        </pc:grpChg>
        <pc:grpChg chg="del">
          <ac:chgData name="M Lawrence" userId="50b3d78e8f436f32" providerId="LiveId" clId="{E020B3F6-8E55-4088-ACE3-8F09BF91BD7C}" dt="2025-09-07T16:57:26.756" v="663" actId="26606"/>
          <ac:grpSpMkLst>
            <pc:docMk/>
            <pc:sldMk cId="3022693027" sldId="263"/>
            <ac:grpSpMk id="66" creationId="{1287AC97-A8E8-4B45-A50A-3057A88B4088}"/>
          </ac:grpSpMkLst>
        </pc:grpChg>
        <pc:picChg chg="add">
          <ac:chgData name="M Lawrence" userId="50b3d78e8f436f32" providerId="LiveId" clId="{E020B3F6-8E55-4088-ACE3-8F09BF91BD7C}" dt="2025-09-07T16:57:26.756" v="663" actId="26606"/>
          <ac:picMkLst>
            <pc:docMk/>
            <pc:sldMk cId="3022693027" sldId="263"/>
            <ac:picMk id="80" creationId="{84CC7341-8E9E-3000-4FC0-65B7094B6687}"/>
          </ac:picMkLst>
        </pc:picChg>
      </pc:sldChg>
      <pc:sldChg chg="addSp delSp modSp mod setBg">
        <pc:chgData name="M Lawrence" userId="50b3d78e8f436f32" providerId="LiveId" clId="{E020B3F6-8E55-4088-ACE3-8F09BF91BD7C}" dt="2025-09-07T16:55:36.838" v="643" actId="14100"/>
        <pc:sldMkLst>
          <pc:docMk/>
          <pc:sldMk cId="3745997354" sldId="264"/>
        </pc:sldMkLst>
        <pc:spChg chg="mod">
          <ac:chgData name="M Lawrence" userId="50b3d78e8f436f32" providerId="LiveId" clId="{E020B3F6-8E55-4088-ACE3-8F09BF91BD7C}" dt="2025-09-07T16:55:36.838" v="643" actId="14100"/>
          <ac:spMkLst>
            <pc:docMk/>
            <pc:sldMk cId="3745997354" sldId="264"/>
            <ac:spMk id="2" creationId="{1987F253-FB66-9180-86F9-4C85D650C438}"/>
          </ac:spMkLst>
        </pc:spChg>
        <pc:spChg chg="mod">
          <ac:chgData name="M Lawrence" userId="50b3d78e8f436f32" providerId="LiveId" clId="{E020B3F6-8E55-4088-ACE3-8F09BF91BD7C}" dt="2025-09-07T16:51:03.574" v="580" actId="255"/>
          <ac:spMkLst>
            <pc:docMk/>
            <pc:sldMk cId="3745997354" sldId="264"/>
            <ac:spMk id="3" creationId="{7260696F-E5FC-B269-EC91-FD7CBA29F905}"/>
          </ac:spMkLst>
        </pc:spChg>
        <pc:spChg chg="del">
          <ac:chgData name="M Lawrence" userId="50b3d78e8f436f32" providerId="LiveId" clId="{E020B3F6-8E55-4088-ACE3-8F09BF91BD7C}" dt="2025-09-07T16:50:44.261" v="574" actId="26606"/>
          <ac:spMkLst>
            <pc:docMk/>
            <pc:sldMk cId="3745997354" sldId="264"/>
            <ac:spMk id="159" creationId="{6BFC9644-673A-459F-B3C5-9310A4E50E3B}"/>
          </ac:spMkLst>
        </pc:spChg>
        <pc:spChg chg="del">
          <ac:chgData name="M Lawrence" userId="50b3d78e8f436f32" providerId="LiveId" clId="{E020B3F6-8E55-4088-ACE3-8F09BF91BD7C}" dt="2025-09-07T16:50:44.261" v="574" actId="26606"/>
          <ac:spMkLst>
            <pc:docMk/>
            <pc:sldMk cId="3745997354" sldId="264"/>
            <ac:spMk id="160" creationId="{7D1C411D-0818-4640-8657-2AF78250C802}"/>
          </ac:spMkLst>
        </pc:spChg>
        <pc:spChg chg="add">
          <ac:chgData name="M Lawrence" userId="50b3d78e8f436f32" providerId="LiveId" clId="{E020B3F6-8E55-4088-ACE3-8F09BF91BD7C}" dt="2025-09-07T16:50:44.261" v="574" actId="26606"/>
          <ac:spMkLst>
            <pc:docMk/>
            <pc:sldMk cId="3745997354" sldId="264"/>
            <ac:spMk id="165" creationId="{E978A47D-4F17-40FE-AB70-7AF78A9575EB}"/>
          </ac:spMkLst>
        </pc:spChg>
        <pc:grpChg chg="del">
          <ac:chgData name="M Lawrence" userId="50b3d78e8f436f32" providerId="LiveId" clId="{E020B3F6-8E55-4088-ACE3-8F09BF91BD7C}" dt="2025-09-07T16:50:44.261" v="574" actId="26606"/>
          <ac:grpSpMkLst>
            <pc:docMk/>
            <pc:sldMk cId="3745997354" sldId="264"/>
            <ac:grpSpMk id="46" creationId="{4ADB9295-9645-4BF2-ADFD-75800B7FAD06}"/>
          </ac:grpSpMkLst>
        </pc:grpChg>
        <pc:grpChg chg="add">
          <ac:chgData name="M Lawrence" userId="50b3d78e8f436f32" providerId="LiveId" clId="{E020B3F6-8E55-4088-ACE3-8F09BF91BD7C}" dt="2025-09-07T16:50:44.261" v="574" actId="26606"/>
          <ac:grpSpMkLst>
            <pc:docMk/>
            <pc:sldMk cId="3745997354" sldId="264"/>
            <ac:grpSpMk id="167" creationId="{85BE3A7E-6A3F-401E-A025-BBB8FDB8DD30}"/>
          </ac:grpSpMkLst>
        </pc:grpChg>
        <pc:grpChg chg="add">
          <ac:chgData name="M Lawrence" userId="50b3d78e8f436f32" providerId="LiveId" clId="{E020B3F6-8E55-4088-ACE3-8F09BF91BD7C}" dt="2025-09-07T16:50:44.261" v="574" actId="26606"/>
          <ac:grpSpMkLst>
            <pc:docMk/>
            <pc:sldMk cId="3745997354" sldId="264"/>
            <ac:grpSpMk id="198" creationId="{F4E035BE-9FF4-43D3-BC25-CF582D7FF85E}"/>
          </ac:grpSpMkLst>
        </pc:grpChg>
        <pc:cxnChg chg="add">
          <ac:chgData name="M Lawrence" userId="50b3d78e8f436f32" providerId="LiveId" clId="{E020B3F6-8E55-4088-ACE3-8F09BF91BD7C}" dt="2025-09-07T16:50:44.261" v="574" actId="26606"/>
          <ac:cxnSpMkLst>
            <pc:docMk/>
            <pc:sldMk cId="3745997354" sldId="264"/>
            <ac:cxnSpMk id="196" creationId="{085ECEC0-FF5D-4348-92C7-1EA7C61E770C}"/>
          </ac:cxnSpMkLst>
        </pc:cxnChg>
      </pc:sldChg>
      <pc:sldChg chg="modSp mod">
        <pc:chgData name="M Lawrence" userId="50b3d78e8f436f32" providerId="LiveId" clId="{E020B3F6-8E55-4088-ACE3-8F09BF91BD7C}" dt="2025-09-07T16:58:35.509" v="671" actId="14100"/>
        <pc:sldMkLst>
          <pc:docMk/>
          <pc:sldMk cId="1169260155" sldId="265"/>
        </pc:sldMkLst>
        <pc:spChg chg="mod">
          <ac:chgData name="M Lawrence" userId="50b3d78e8f436f32" providerId="LiveId" clId="{E020B3F6-8E55-4088-ACE3-8F09BF91BD7C}" dt="2025-09-07T16:51:13.244" v="582" actId="122"/>
          <ac:spMkLst>
            <pc:docMk/>
            <pc:sldMk cId="1169260155" sldId="265"/>
            <ac:spMk id="2" creationId="{8C28CD62-5E0C-0B57-51B3-140342CED364}"/>
          </ac:spMkLst>
        </pc:spChg>
        <pc:graphicFrameChg chg="mod">
          <ac:chgData name="M Lawrence" userId="50b3d78e8f436f32" providerId="LiveId" clId="{E020B3F6-8E55-4088-ACE3-8F09BF91BD7C}" dt="2025-09-07T16:58:35.509" v="671" actId="14100"/>
          <ac:graphicFrameMkLst>
            <pc:docMk/>
            <pc:sldMk cId="1169260155" sldId="265"/>
            <ac:graphicFrameMk id="112" creationId="{41EB165E-D0A7-1BDE-FEB1-162F9AF9C0E1}"/>
          </ac:graphicFrameMkLst>
        </pc:graphicFrameChg>
      </pc:sldChg>
      <pc:sldChg chg="delSp modSp mod setBg setClrOvrMap">
        <pc:chgData name="M Lawrence" userId="50b3d78e8f436f32" providerId="LiveId" clId="{E020B3F6-8E55-4088-ACE3-8F09BF91BD7C}" dt="2025-09-07T16:58:52.601" v="675" actId="20577"/>
        <pc:sldMkLst>
          <pc:docMk/>
          <pc:sldMk cId="1071308971" sldId="266"/>
        </pc:sldMkLst>
        <pc:spChg chg="mod">
          <ac:chgData name="M Lawrence" userId="50b3d78e8f436f32" providerId="LiveId" clId="{E020B3F6-8E55-4088-ACE3-8F09BF91BD7C}" dt="2025-09-07T16:58:52.601" v="675" actId="20577"/>
          <ac:spMkLst>
            <pc:docMk/>
            <pc:sldMk cId="1071308971" sldId="266"/>
            <ac:spMk id="2" creationId="{0984736D-028E-BE72-5F47-BAF660FFE58A}"/>
          </ac:spMkLst>
        </pc:spChg>
        <pc:spChg chg="mod">
          <ac:chgData name="M Lawrence" userId="50b3d78e8f436f32" providerId="LiveId" clId="{E020B3F6-8E55-4088-ACE3-8F09BF91BD7C}" dt="2025-09-07T16:58:44.947" v="672" actId="26606"/>
          <ac:spMkLst>
            <pc:docMk/>
            <pc:sldMk cId="1071308971" sldId="266"/>
            <ac:spMk id="3" creationId="{7660DCB3-1657-5FDC-1BCD-B66E0FD327BC}"/>
          </ac:spMkLst>
        </pc:spChg>
        <pc:spChg chg="del">
          <ac:chgData name="M Lawrence" userId="50b3d78e8f436f32" providerId="LiveId" clId="{E020B3F6-8E55-4088-ACE3-8F09BF91BD7C}" dt="2025-09-07T16:58:44.947" v="672" actId="26606"/>
          <ac:spMkLst>
            <pc:docMk/>
            <pc:sldMk cId="1071308971" sldId="266"/>
            <ac:spMk id="89" creationId="{E9B448F0-DA06-4165-AB5F-4330A20E06D0}"/>
          </ac:spMkLst>
        </pc:spChg>
        <pc:grpChg chg="del">
          <ac:chgData name="M Lawrence" userId="50b3d78e8f436f32" providerId="LiveId" clId="{E020B3F6-8E55-4088-ACE3-8F09BF91BD7C}" dt="2025-09-07T16:58:44.947" v="672" actId="26606"/>
          <ac:grpSpMkLst>
            <pc:docMk/>
            <pc:sldMk cId="1071308971" sldId="266"/>
            <ac:grpSpMk id="91" creationId="{2576BCDF-119F-4EB5-83D7-ED823C93EBBD}"/>
          </ac:grpSpMkLst>
        </pc:grpChg>
        <pc:grpChg chg="del">
          <ac:chgData name="M Lawrence" userId="50b3d78e8f436f32" providerId="LiveId" clId="{E020B3F6-8E55-4088-ACE3-8F09BF91BD7C}" dt="2025-09-07T16:58:44.947" v="672" actId="26606"/>
          <ac:grpSpMkLst>
            <pc:docMk/>
            <pc:sldMk cId="1071308971" sldId="266"/>
            <ac:grpSpMk id="118" creationId="{8DB4BB99-C854-45F9-BED1-63D15E3A2411}"/>
          </ac:grpSpMkLst>
        </pc:grpChg>
        <pc:picChg chg="del">
          <ac:chgData name="M Lawrence" userId="50b3d78e8f436f32" providerId="LiveId" clId="{E020B3F6-8E55-4088-ACE3-8F09BF91BD7C}" dt="2025-09-07T16:58:44.947" v="672" actId="26606"/>
          <ac:picMkLst>
            <pc:docMk/>
            <pc:sldMk cId="1071308971" sldId="266"/>
            <ac:picMk id="90" creationId="{92D83638-A467-411A-9C31-FE9A111CD885}"/>
          </ac:picMkLst>
        </pc:picChg>
      </pc:sldChg>
      <pc:sldChg chg="modSp mod">
        <pc:chgData name="M Lawrence" userId="50b3d78e8f436f32" providerId="LiveId" clId="{E020B3F6-8E55-4088-ACE3-8F09BF91BD7C}" dt="2025-09-07T16:52:40.265" v="612" actId="20577"/>
        <pc:sldMkLst>
          <pc:docMk/>
          <pc:sldMk cId="3708121878" sldId="267"/>
        </pc:sldMkLst>
        <pc:spChg chg="mod">
          <ac:chgData name="M Lawrence" userId="50b3d78e8f436f32" providerId="LiveId" clId="{E020B3F6-8E55-4088-ACE3-8F09BF91BD7C}" dt="2025-09-07T16:51:26.972" v="583" actId="122"/>
          <ac:spMkLst>
            <pc:docMk/>
            <pc:sldMk cId="3708121878" sldId="267"/>
            <ac:spMk id="2" creationId="{21357D76-B66F-B464-74D0-F318F2B65F1A}"/>
          </ac:spMkLst>
        </pc:spChg>
        <pc:graphicFrameChg chg="mod">
          <ac:chgData name="M Lawrence" userId="50b3d78e8f436f32" providerId="LiveId" clId="{E020B3F6-8E55-4088-ACE3-8F09BF91BD7C}" dt="2025-09-07T16:52:40.265" v="612" actId="20577"/>
          <ac:graphicFrameMkLst>
            <pc:docMk/>
            <pc:sldMk cId="3708121878" sldId="267"/>
            <ac:graphicFrameMk id="41" creationId="{E27F70D8-F140-A895-988F-925D4DE09D80}"/>
          </ac:graphicFrameMkLst>
        </pc:graphicFrameChg>
      </pc:sldChg>
      <pc:sldChg chg="addSp delSp modSp mod setBg setClrOvrMap">
        <pc:chgData name="M Lawrence" userId="50b3d78e8f436f32" providerId="LiveId" clId="{E020B3F6-8E55-4088-ACE3-8F09BF91BD7C}" dt="2025-09-07T16:59:34.619" v="682" actId="26606"/>
        <pc:sldMkLst>
          <pc:docMk/>
          <pc:sldMk cId="668674052" sldId="268"/>
        </pc:sldMkLst>
        <pc:spChg chg="mod">
          <ac:chgData name="M Lawrence" userId="50b3d78e8f436f32" providerId="LiveId" clId="{E020B3F6-8E55-4088-ACE3-8F09BF91BD7C}" dt="2025-09-07T16:59:34.494" v="681" actId="26606"/>
          <ac:spMkLst>
            <pc:docMk/>
            <pc:sldMk cId="668674052" sldId="268"/>
            <ac:spMk id="2" creationId="{CB006AA5-18A2-8B46-C7A9-6B1255010046}"/>
          </ac:spMkLst>
        </pc:spChg>
        <pc:spChg chg="add del">
          <ac:chgData name="M Lawrence" userId="50b3d78e8f436f32" providerId="LiveId" clId="{E020B3F6-8E55-4088-ACE3-8F09BF91BD7C}" dt="2025-09-07T16:59:34.619" v="682" actId="26606"/>
          <ac:spMkLst>
            <pc:docMk/>
            <pc:sldMk cId="668674052" sldId="268"/>
            <ac:spMk id="114" creationId="{54B9C16B-AC4A-44ED-9075-F76549B46E7C}"/>
          </ac:spMkLst>
        </pc:spChg>
        <pc:spChg chg="add del">
          <ac:chgData name="M Lawrence" userId="50b3d78e8f436f32" providerId="LiveId" clId="{E020B3F6-8E55-4088-ACE3-8F09BF91BD7C}" dt="2025-09-07T16:59:34.619" v="682" actId="26606"/>
          <ac:spMkLst>
            <pc:docMk/>
            <pc:sldMk cId="668674052" sldId="268"/>
            <ac:spMk id="147" creationId="{B53044DC-4918-43DA-B49D-91673C6C9485}"/>
          </ac:spMkLst>
        </pc:spChg>
        <pc:spChg chg="add">
          <ac:chgData name="M Lawrence" userId="50b3d78e8f436f32" providerId="LiveId" clId="{E020B3F6-8E55-4088-ACE3-8F09BF91BD7C}" dt="2025-09-07T16:59:34.619" v="682" actId="26606"/>
          <ac:spMkLst>
            <pc:docMk/>
            <pc:sldMk cId="668674052" sldId="268"/>
            <ac:spMk id="180" creationId="{54B9C16B-AC4A-44ED-9075-F76549B46E7C}"/>
          </ac:spMkLst>
        </pc:spChg>
        <pc:spChg chg="add del">
          <ac:chgData name="M Lawrence" userId="50b3d78e8f436f32" providerId="LiveId" clId="{E020B3F6-8E55-4088-ACE3-8F09BF91BD7C}" dt="2025-09-07T16:59:17.251" v="677" actId="26606"/>
          <ac:spMkLst>
            <pc:docMk/>
            <pc:sldMk cId="668674052" sldId="268"/>
            <ac:spMk id="183" creationId="{2EEF4763-EB4A-4A35-89EB-AD2763B48C3B}"/>
          </ac:spMkLst>
        </pc:spChg>
        <pc:spChg chg="add">
          <ac:chgData name="M Lawrence" userId="50b3d78e8f436f32" providerId="LiveId" clId="{E020B3F6-8E55-4088-ACE3-8F09BF91BD7C}" dt="2025-09-07T16:59:34.619" v="682" actId="26606"/>
          <ac:spMkLst>
            <pc:docMk/>
            <pc:sldMk cId="668674052" sldId="268"/>
            <ac:spMk id="211" creationId="{B53044DC-4918-43DA-B49D-91673C6C9485}"/>
          </ac:spMkLst>
        </pc:spChg>
        <pc:grpChg chg="add del">
          <ac:chgData name="M Lawrence" userId="50b3d78e8f436f32" providerId="LiveId" clId="{E020B3F6-8E55-4088-ACE3-8F09BF91BD7C}" dt="2025-09-07T16:59:34.494" v="681" actId="26606"/>
          <ac:grpSpMkLst>
            <pc:docMk/>
            <pc:sldMk cId="668674052" sldId="268"/>
            <ac:grpSpMk id="116" creationId="{62A2FEB6-F419-4684-9ABC-9E32E012E8B7}"/>
          </ac:grpSpMkLst>
        </pc:grpChg>
        <pc:grpChg chg="add del">
          <ac:chgData name="M Lawrence" userId="50b3d78e8f436f32" providerId="LiveId" clId="{E020B3F6-8E55-4088-ACE3-8F09BF91BD7C}" dt="2025-09-07T16:59:34.494" v="681" actId="26606"/>
          <ac:grpSpMkLst>
            <pc:docMk/>
            <pc:sldMk cId="668674052" sldId="268"/>
            <ac:grpSpMk id="149" creationId="{1DCE6B36-1420-43AB-86CF-4E653A517B9C}"/>
          </ac:grpSpMkLst>
        </pc:grpChg>
        <pc:grpChg chg="add">
          <ac:chgData name="M Lawrence" userId="50b3d78e8f436f32" providerId="LiveId" clId="{E020B3F6-8E55-4088-ACE3-8F09BF91BD7C}" dt="2025-09-07T16:59:34.619" v="682" actId="26606"/>
          <ac:grpSpMkLst>
            <pc:docMk/>
            <pc:sldMk cId="668674052" sldId="268"/>
            <ac:grpSpMk id="181" creationId="{62A2FEB6-F419-4684-9ABC-9E32E012E8B7}"/>
          </ac:grpSpMkLst>
        </pc:grpChg>
        <pc:graphicFrameChg chg="mod modGraphic">
          <ac:chgData name="M Lawrence" userId="50b3d78e8f436f32" providerId="LiveId" clId="{E020B3F6-8E55-4088-ACE3-8F09BF91BD7C}" dt="2025-09-07T16:59:34.619" v="682" actId="26606"/>
          <ac:graphicFrameMkLst>
            <pc:docMk/>
            <pc:sldMk cId="668674052" sldId="268"/>
            <ac:graphicFrameMk id="41" creationId="{D3ED4FFD-A188-EF96-3725-4CAC4E508A81}"/>
          </ac:graphicFrameMkLst>
        </pc:graphicFrameChg>
        <pc:picChg chg="add del">
          <ac:chgData name="M Lawrence" userId="50b3d78e8f436f32" providerId="LiveId" clId="{E020B3F6-8E55-4088-ACE3-8F09BF91BD7C}" dt="2025-09-07T16:59:34.619" v="682" actId="26606"/>
          <ac:picMkLst>
            <pc:docMk/>
            <pc:sldMk cId="668674052" sldId="268"/>
            <ac:picMk id="145" creationId="{3E94A106-9341-485C-9057-9D62B2BD083F}"/>
          </ac:picMkLst>
        </pc:picChg>
        <pc:picChg chg="add del">
          <ac:chgData name="M Lawrence" userId="50b3d78e8f436f32" providerId="LiveId" clId="{E020B3F6-8E55-4088-ACE3-8F09BF91BD7C}" dt="2025-09-07T16:59:34.619" v="682" actId="26606"/>
          <ac:picMkLst>
            <pc:docMk/>
            <pc:sldMk cId="668674052" sldId="268"/>
            <ac:picMk id="178" creationId="{9BE36DBF-0333-4D36-A5BF-81FDA2406FE9}"/>
          </ac:picMkLst>
        </pc:picChg>
        <pc:picChg chg="add">
          <ac:chgData name="M Lawrence" userId="50b3d78e8f436f32" providerId="LiveId" clId="{E020B3F6-8E55-4088-ACE3-8F09BF91BD7C}" dt="2025-09-07T16:59:34.619" v="682" actId="26606"/>
          <ac:picMkLst>
            <pc:docMk/>
            <pc:sldMk cId="668674052" sldId="268"/>
            <ac:picMk id="210" creationId="{3E94A106-9341-485C-9057-9D62B2BD083F}"/>
          </ac:picMkLst>
        </pc:picChg>
        <pc:picChg chg="add">
          <ac:chgData name="M Lawrence" userId="50b3d78e8f436f32" providerId="LiveId" clId="{E020B3F6-8E55-4088-ACE3-8F09BF91BD7C}" dt="2025-09-07T16:59:34.619" v="682" actId="26606"/>
          <ac:picMkLst>
            <pc:docMk/>
            <pc:sldMk cId="668674052" sldId="268"/>
            <ac:picMk id="240" creationId="{9BE36DBF-0333-4D36-A5BF-81FDA2406FE9}"/>
          </ac:picMkLst>
        </pc:picChg>
      </pc:sldChg>
      <pc:sldChg chg="addSp delSp modSp mod">
        <pc:chgData name="M Lawrence" userId="50b3d78e8f436f32" providerId="LiveId" clId="{E020B3F6-8E55-4088-ACE3-8F09BF91BD7C}" dt="2025-09-07T17:00:11.005" v="688" actId="26606"/>
        <pc:sldMkLst>
          <pc:docMk/>
          <pc:sldMk cId="3724081841" sldId="270"/>
        </pc:sldMkLst>
        <pc:spChg chg="mod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2" creationId="{FCAEAC51-D36D-7F6D-4666-14289448892A}"/>
          </ac:spMkLst>
        </pc:spChg>
        <pc:spChg chg="mod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4" creationId="{A7A02F7C-5233-328B-C0BD-63E52FECE842}"/>
          </ac:spMkLst>
        </pc:spChg>
        <pc:spChg chg="mod ord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5" creationId="{725897E8-0AE4-8AFE-45EC-C3A6A6E311AB}"/>
          </ac:spMkLst>
        </pc:spChg>
        <pc:spChg chg="add del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44" creationId="{CC892AB0-7D6D-4FC9-9105-0CB427161889}"/>
          </ac:spMkLst>
        </pc:spChg>
        <pc:spChg chg="add del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74" creationId="{6D29BE04-4454-4832-B83F-10D001BFF94D}"/>
          </ac:spMkLst>
        </pc:spChg>
        <pc:spChg chg="add del">
          <ac:chgData name="M Lawrence" userId="50b3d78e8f436f32" providerId="LiveId" clId="{E020B3F6-8E55-4088-ACE3-8F09BF91BD7C}" dt="2025-09-07T17:00:11.005" v="688" actId="26606"/>
          <ac:spMkLst>
            <pc:docMk/>
            <pc:sldMk cId="3724081841" sldId="270"/>
            <ac:spMk id="76" creationId="{98714CE9-3C2C-48E1-8B8F-CFB7735C43D7}"/>
          </ac:spMkLst>
        </pc:spChg>
        <pc:grpChg chg="del">
          <ac:chgData name="M Lawrence" userId="50b3d78e8f436f32" providerId="LiveId" clId="{E020B3F6-8E55-4088-ACE3-8F09BF91BD7C}" dt="2025-09-07T16:59:54.912" v="683" actId="26606"/>
          <ac:grpSpMkLst>
            <pc:docMk/>
            <pc:sldMk cId="3724081841" sldId="270"/>
            <ac:grpSpMk id="46" creationId="{807353E4-FA19-40CB-8AF8-3A8E6704BE09}"/>
          </ac:grpSpMkLst>
        </pc:grpChg>
        <pc:grpChg chg="add del">
          <ac:chgData name="M Lawrence" userId="50b3d78e8f436f32" providerId="LiveId" clId="{E020B3F6-8E55-4088-ACE3-8F09BF91BD7C}" dt="2025-09-07T17:00:11.005" v="688" actId="26606"/>
          <ac:grpSpMkLst>
            <pc:docMk/>
            <pc:sldMk cId="3724081841" sldId="270"/>
            <ac:grpSpMk id="60" creationId="{F64806C9-3599-45A7-BCFF-F762C54276F8}"/>
          </ac:grpSpMkLst>
        </pc:grpChg>
        <pc:grpChg chg="add del">
          <ac:chgData name="M Lawrence" userId="50b3d78e8f436f32" providerId="LiveId" clId="{E020B3F6-8E55-4088-ACE3-8F09BF91BD7C}" dt="2025-09-07T17:00:11.005" v="688" actId="26606"/>
          <ac:grpSpMkLst>
            <pc:docMk/>
            <pc:sldMk cId="3724081841" sldId="270"/>
            <ac:grpSpMk id="66" creationId="{1287AC97-A8E8-4B45-A50A-3057A88B4088}"/>
          </ac:grpSpMkLst>
        </pc:grpChg>
        <pc:grpChg chg="del">
          <ac:chgData name="M Lawrence" userId="50b3d78e8f436f32" providerId="LiveId" clId="{E020B3F6-8E55-4088-ACE3-8F09BF91BD7C}" dt="2025-09-07T17:00:11.005" v="688" actId="26606"/>
          <ac:grpSpMkLst>
            <pc:docMk/>
            <pc:sldMk cId="3724081841" sldId="270"/>
            <ac:grpSpMk id="140" creationId="{3855669C-30F9-44C6-8C38-69901ACDD7D8}"/>
          </ac:grpSpMkLst>
        </pc:grpChg>
        <pc:picChg chg="add del">
          <ac:chgData name="M Lawrence" userId="50b3d78e8f436f32" providerId="LiveId" clId="{E020B3F6-8E55-4088-ACE3-8F09BF91BD7C}" dt="2025-09-07T17:00:11.005" v="688" actId="26606"/>
          <ac:picMkLst>
            <pc:docMk/>
            <pc:sldMk cId="3724081841" sldId="270"/>
            <ac:picMk id="82" creationId="{42A62C1E-C074-4B9F-A126-5A6EB809163E}"/>
          </ac:picMkLst>
        </pc:picChg>
      </pc:sldChg>
      <pc:sldChg chg="modSp mod">
        <pc:chgData name="M Lawrence" userId="50b3d78e8f436f32" providerId="LiveId" clId="{E020B3F6-8E55-4088-ACE3-8F09BF91BD7C}" dt="2025-09-07T16:53:52.988" v="639" actId="20577"/>
        <pc:sldMkLst>
          <pc:docMk/>
          <pc:sldMk cId="2679882830" sldId="272"/>
        </pc:sldMkLst>
        <pc:spChg chg="mod">
          <ac:chgData name="M Lawrence" userId="50b3d78e8f436f32" providerId="LiveId" clId="{E020B3F6-8E55-4088-ACE3-8F09BF91BD7C}" dt="2025-09-07T16:53:02.192" v="613" actId="122"/>
          <ac:spMkLst>
            <pc:docMk/>
            <pc:sldMk cId="2679882830" sldId="272"/>
            <ac:spMk id="2" creationId="{11963D5C-D022-54BA-51AE-1421C18FEAD0}"/>
          </ac:spMkLst>
        </pc:spChg>
        <pc:graphicFrameChg chg="mod">
          <ac:chgData name="M Lawrence" userId="50b3d78e8f436f32" providerId="LiveId" clId="{E020B3F6-8E55-4088-ACE3-8F09BF91BD7C}" dt="2025-09-07T16:53:52.988" v="639" actId="20577"/>
          <ac:graphicFrameMkLst>
            <pc:docMk/>
            <pc:sldMk cId="2679882830" sldId="272"/>
            <ac:graphicFrameMk id="72" creationId="{0FAF1437-E1D3-E32C-ED15-815C10AC06B4}"/>
          </ac:graphicFrameMkLst>
        </pc:graphicFrameChg>
      </pc:sldChg>
      <pc:sldChg chg="modSp mod">
        <pc:chgData name="M Lawrence" userId="50b3d78e8f436f32" providerId="LiveId" clId="{E020B3F6-8E55-4088-ACE3-8F09BF91BD7C}" dt="2025-09-07T16:54:05.948" v="642" actId="14100"/>
        <pc:sldMkLst>
          <pc:docMk/>
          <pc:sldMk cId="3725474277" sldId="273"/>
        </pc:sldMkLst>
        <pc:spChg chg="mod">
          <ac:chgData name="M Lawrence" userId="50b3d78e8f436f32" providerId="LiveId" clId="{E020B3F6-8E55-4088-ACE3-8F09BF91BD7C}" dt="2025-09-07T16:54:02.608" v="641" actId="14100"/>
          <ac:spMkLst>
            <pc:docMk/>
            <pc:sldMk cId="3725474277" sldId="273"/>
            <ac:spMk id="2" creationId="{580609E0-088D-804A-6D06-52DF672FA654}"/>
          </ac:spMkLst>
        </pc:spChg>
        <pc:graphicFrameChg chg="mod">
          <ac:chgData name="M Lawrence" userId="50b3d78e8f436f32" providerId="LiveId" clId="{E020B3F6-8E55-4088-ACE3-8F09BF91BD7C}" dt="2025-09-07T16:54:05.948" v="642" actId="14100"/>
          <ac:graphicFrameMkLst>
            <pc:docMk/>
            <pc:sldMk cId="3725474277" sldId="273"/>
            <ac:graphicFrameMk id="41" creationId="{1B611AFB-4FB9-C55F-A532-A3E4EF6A5DD0}"/>
          </ac:graphicFrameMkLst>
        </pc:graphicFrameChg>
      </pc:sldChg>
      <pc:sldChg chg="addSp delSp modSp mod setBg setClrOvrMap">
        <pc:chgData name="M Lawrence" userId="50b3d78e8f436f32" providerId="LiveId" clId="{E020B3F6-8E55-4088-ACE3-8F09BF91BD7C}" dt="2025-09-07T14:33:24.501" v="401" actId="27636"/>
        <pc:sldMkLst>
          <pc:docMk/>
          <pc:sldMk cId="2752007248" sldId="274"/>
        </pc:sldMkLst>
        <pc:spChg chg="mod">
          <ac:chgData name="M Lawrence" userId="50b3d78e8f436f32" providerId="LiveId" clId="{E020B3F6-8E55-4088-ACE3-8F09BF91BD7C}" dt="2025-09-07T14:33:10.564" v="397" actId="1076"/>
          <ac:spMkLst>
            <pc:docMk/>
            <pc:sldMk cId="2752007248" sldId="274"/>
            <ac:spMk id="2" creationId="{D51E3F5A-991F-3826-7587-C69557A3AFDC}"/>
          </ac:spMkLst>
        </pc:spChg>
        <pc:spChg chg="mod ord">
          <ac:chgData name="M Lawrence" userId="50b3d78e8f436f32" providerId="LiveId" clId="{E020B3F6-8E55-4088-ACE3-8F09BF91BD7C}" dt="2025-09-07T14:33:24.501" v="401" actId="27636"/>
          <ac:spMkLst>
            <pc:docMk/>
            <pc:sldMk cId="2752007248" sldId="274"/>
            <ac:spMk id="3" creationId="{8AC536CC-C2FC-446F-B3B6-EBEF7C4AC044}"/>
          </ac:spMkLst>
        </pc:spChg>
        <pc:spChg chg="add del">
          <ac:chgData name="M Lawrence" userId="50b3d78e8f436f32" providerId="LiveId" clId="{E020B3F6-8E55-4088-ACE3-8F09BF91BD7C}" dt="2025-09-07T14:15:11.617" v="1" actId="26606"/>
          <ac:spMkLst>
            <pc:docMk/>
            <pc:sldMk cId="2752007248" sldId="274"/>
            <ac:spMk id="8" creationId="{6BFC9644-673A-459F-B3C5-9310A4E50E3B}"/>
          </ac:spMkLst>
        </pc:spChg>
        <pc:spChg chg="add del">
          <ac:chgData name="M Lawrence" userId="50b3d78e8f436f32" providerId="LiveId" clId="{E020B3F6-8E55-4088-ACE3-8F09BF91BD7C}" dt="2025-09-07T14:15:11.617" v="1" actId="26606"/>
          <ac:spMkLst>
            <pc:docMk/>
            <pc:sldMk cId="2752007248" sldId="274"/>
            <ac:spMk id="39" creationId="{7D1C411D-0818-4640-8657-2AF78250C802}"/>
          </ac:spMkLst>
        </pc:spChg>
        <pc:spChg chg="add del">
          <ac:chgData name="M Lawrence" userId="50b3d78e8f436f32" providerId="LiveId" clId="{E020B3F6-8E55-4088-ACE3-8F09BF91BD7C}" dt="2025-09-07T14:20:55.168" v="85" actId="26606"/>
          <ac:spMkLst>
            <pc:docMk/>
            <pc:sldMk cId="2752007248" sldId="274"/>
            <ac:spMk id="41" creationId="{6BFC9644-673A-459F-B3C5-9310A4E50E3B}"/>
          </ac:spMkLst>
        </pc:spChg>
        <pc:spChg chg="add del">
          <ac:chgData name="M Lawrence" userId="50b3d78e8f436f32" providerId="LiveId" clId="{E020B3F6-8E55-4088-ACE3-8F09BF91BD7C}" dt="2025-09-07T14:20:55.168" v="85" actId="26606"/>
          <ac:spMkLst>
            <pc:docMk/>
            <pc:sldMk cId="2752007248" sldId="274"/>
            <ac:spMk id="70" creationId="{7D1C411D-0818-4640-8657-2AF78250C802}"/>
          </ac:spMkLst>
        </pc:spChg>
        <pc:spChg chg="add del">
          <ac:chgData name="M Lawrence" userId="50b3d78e8f436f32" providerId="LiveId" clId="{E020B3F6-8E55-4088-ACE3-8F09BF91BD7C}" dt="2025-09-07T14:31:18.533" v="379" actId="26606"/>
          <ac:spMkLst>
            <pc:docMk/>
            <pc:sldMk cId="2752007248" sldId="274"/>
            <ac:spMk id="77" creationId="{C2E4E997-8672-4FFD-B8EC-9932A8E4714B}"/>
          </ac:spMkLst>
        </pc:spChg>
        <pc:spChg chg="add del">
          <ac:chgData name="M Lawrence" userId="50b3d78e8f436f32" providerId="LiveId" clId="{E020B3F6-8E55-4088-ACE3-8F09BF91BD7C}" dt="2025-09-07T14:31:08.969" v="377" actId="26606"/>
          <ac:spMkLst>
            <pc:docMk/>
            <pc:sldMk cId="2752007248" sldId="274"/>
            <ac:spMk id="113" creationId="{046B922C-5BA7-4973-B12F-71A509E4BF13}"/>
          </ac:spMkLst>
        </pc:spChg>
        <pc:spChg chg="add del">
          <ac:chgData name="M Lawrence" userId="50b3d78e8f436f32" providerId="LiveId" clId="{E020B3F6-8E55-4088-ACE3-8F09BF91BD7C}" dt="2025-09-07T14:31:08.969" v="377" actId="26606"/>
          <ac:spMkLst>
            <pc:docMk/>
            <pc:sldMk cId="2752007248" sldId="274"/>
            <ac:spMk id="158" creationId="{F2B1468C-8227-4785-8776-7BDBDDF08F85}"/>
          </ac:spMkLst>
        </pc:spChg>
        <pc:spChg chg="add del">
          <ac:chgData name="M Lawrence" userId="50b3d78e8f436f32" providerId="LiveId" clId="{E020B3F6-8E55-4088-ACE3-8F09BF91BD7C}" dt="2025-09-07T14:31:18.533" v="379" actId="26606"/>
          <ac:spMkLst>
            <pc:docMk/>
            <pc:sldMk cId="2752007248" sldId="274"/>
            <ac:spMk id="160" creationId="{C2E4E997-8672-4FFD-B8EC-9932A8E4714B}"/>
          </ac:spMkLst>
        </pc:spChg>
        <pc:grpChg chg="add del">
          <ac:chgData name="M Lawrence" userId="50b3d78e8f436f32" providerId="LiveId" clId="{E020B3F6-8E55-4088-ACE3-8F09BF91BD7C}" dt="2025-09-07T14:15:11.617" v="1" actId="26606"/>
          <ac:grpSpMkLst>
            <pc:docMk/>
            <pc:sldMk cId="2752007248" sldId="274"/>
            <ac:grpSpMk id="10" creationId="{4ADB9295-9645-4BF2-ADFD-75800B7FAD06}"/>
          </ac:grpSpMkLst>
        </pc:grpChg>
        <pc:grpChg chg="add del">
          <ac:chgData name="M Lawrence" userId="50b3d78e8f436f32" providerId="LiveId" clId="{E020B3F6-8E55-4088-ACE3-8F09BF91BD7C}" dt="2025-09-07T14:20:55.168" v="85" actId="26606"/>
          <ac:grpSpMkLst>
            <pc:docMk/>
            <pc:sldMk cId="2752007248" sldId="274"/>
            <ac:grpSpMk id="42" creationId="{4ADB9295-9645-4BF2-ADFD-75800B7FAD06}"/>
          </ac:grpSpMkLst>
        </pc:grpChg>
        <pc:grpChg chg="add del">
          <ac:chgData name="M Lawrence" userId="50b3d78e8f436f32" providerId="LiveId" clId="{E020B3F6-8E55-4088-ACE3-8F09BF91BD7C}" dt="2025-09-07T14:31:18.533" v="379" actId="26606"/>
          <ac:grpSpMkLst>
            <pc:docMk/>
            <pc:sldMk cId="2752007248" sldId="274"/>
            <ac:grpSpMk id="81" creationId="{453E4DEE-E996-40F8-8635-0FF43D7348F9}"/>
          </ac:grpSpMkLst>
        </pc:grpChg>
        <pc:grpChg chg="add del">
          <ac:chgData name="M Lawrence" userId="50b3d78e8f436f32" providerId="LiveId" clId="{E020B3F6-8E55-4088-ACE3-8F09BF91BD7C}" dt="2025-09-07T14:31:08.969" v="377" actId="26606"/>
          <ac:grpSpMkLst>
            <pc:docMk/>
            <pc:sldMk cId="2752007248" sldId="274"/>
            <ac:grpSpMk id="115" creationId="{96D34D8D-9EE9-4659-8C22-7551A95F96FA}"/>
          </ac:grpSpMkLst>
        </pc:grpChg>
        <pc:grpChg chg="add del">
          <ac:chgData name="M Lawrence" userId="50b3d78e8f436f32" providerId="LiveId" clId="{E020B3F6-8E55-4088-ACE3-8F09BF91BD7C}" dt="2025-09-07T14:31:18.533" v="379" actId="26606"/>
          <ac:grpSpMkLst>
            <pc:docMk/>
            <pc:sldMk cId="2752007248" sldId="274"/>
            <ac:grpSpMk id="117" creationId="{453E4DEE-E996-40F8-8635-0FF43D7348F9}"/>
          </ac:grpSpMkLst>
        </pc:grpChg>
        <pc:picChg chg="add mod">
          <ac:chgData name="M Lawrence" userId="50b3d78e8f436f32" providerId="LiveId" clId="{E020B3F6-8E55-4088-ACE3-8F09BF91BD7C}" dt="2025-09-07T14:33:19.409" v="399" actId="1076"/>
          <ac:picMkLst>
            <pc:docMk/>
            <pc:sldMk cId="2752007248" sldId="274"/>
            <ac:picMk id="74" creationId="{13C16FD5-CBDE-9F0F-EB43-51B958EC9F82}"/>
          </ac:picMkLst>
        </pc:picChg>
        <pc:picChg chg="add del">
          <ac:chgData name="M Lawrence" userId="50b3d78e8f436f32" providerId="LiveId" clId="{E020B3F6-8E55-4088-ACE3-8F09BF91BD7C}" dt="2025-09-07T14:31:18.533" v="379" actId="26606"/>
          <ac:picMkLst>
            <pc:docMk/>
            <pc:sldMk cId="2752007248" sldId="274"/>
            <ac:picMk id="79" creationId="{FE6BA9E6-1D9E-4D30-B528-D49FA1342E4E}"/>
          </ac:picMkLst>
        </pc:picChg>
        <pc:picChg chg="add del">
          <ac:chgData name="M Lawrence" userId="50b3d78e8f436f32" providerId="LiveId" clId="{E020B3F6-8E55-4088-ACE3-8F09BF91BD7C}" dt="2025-09-07T14:31:08.969" v="377" actId="26606"/>
          <ac:picMkLst>
            <pc:docMk/>
            <pc:sldMk cId="2752007248" sldId="274"/>
            <ac:picMk id="156" creationId="{2FB01CCF-839B-4126-9BF9-132C64D8A1AA}"/>
          </ac:picMkLst>
        </pc:picChg>
        <pc:picChg chg="add del">
          <ac:chgData name="M Lawrence" userId="50b3d78e8f436f32" providerId="LiveId" clId="{E020B3F6-8E55-4088-ACE3-8F09BF91BD7C}" dt="2025-09-07T14:31:18.533" v="379" actId="26606"/>
          <ac:picMkLst>
            <pc:docMk/>
            <pc:sldMk cId="2752007248" sldId="274"/>
            <ac:picMk id="161" creationId="{FE6BA9E6-1D9E-4D30-B528-D49FA1342E4E}"/>
          </ac:picMkLst>
        </pc:picChg>
      </pc:sldChg>
      <pc:sldChg chg="addSp delSp modSp new del mod setBg">
        <pc:chgData name="M Lawrence" userId="50b3d78e8f436f32" providerId="LiveId" clId="{E020B3F6-8E55-4088-ACE3-8F09BF91BD7C}" dt="2025-09-07T14:22:46.142" v="105" actId="2696"/>
        <pc:sldMkLst>
          <pc:docMk/>
          <pc:sldMk cId="2544483306" sldId="275"/>
        </pc:sldMkLst>
        <pc:spChg chg="mod">
          <ac:chgData name="M Lawrence" userId="50b3d78e8f436f32" providerId="LiveId" clId="{E020B3F6-8E55-4088-ACE3-8F09BF91BD7C}" dt="2025-09-07T14:22:25.203" v="104" actId="26606"/>
          <ac:spMkLst>
            <pc:docMk/>
            <pc:sldMk cId="2544483306" sldId="275"/>
            <ac:spMk id="2" creationId="{904BF073-4D82-15C2-5CD4-92756B634D7E}"/>
          </ac:spMkLst>
        </pc:spChg>
        <pc:spChg chg="mod">
          <ac:chgData name="M Lawrence" userId="50b3d78e8f436f32" providerId="LiveId" clId="{E020B3F6-8E55-4088-ACE3-8F09BF91BD7C}" dt="2025-09-07T14:22:25.203" v="104" actId="26606"/>
          <ac:spMkLst>
            <pc:docMk/>
            <pc:sldMk cId="2544483306" sldId="275"/>
            <ac:spMk id="3" creationId="{0B0230CC-D2BA-A2DE-D0D8-2770271FF317}"/>
          </ac:spMkLst>
        </pc:spChg>
        <pc:spChg chg="add del">
          <ac:chgData name="M Lawrence" userId="50b3d78e8f436f32" providerId="LiveId" clId="{E020B3F6-8E55-4088-ACE3-8F09BF91BD7C}" dt="2025-09-07T14:22:25.187" v="103" actId="26606"/>
          <ac:spMkLst>
            <pc:docMk/>
            <pc:sldMk cId="2544483306" sldId="275"/>
            <ac:spMk id="8" creationId="{E978A47D-4F17-40FE-AB70-7AF78A9575EB}"/>
          </ac:spMkLst>
        </pc:spChg>
        <pc:spChg chg="add">
          <ac:chgData name="M Lawrence" userId="50b3d78e8f436f32" providerId="LiveId" clId="{E020B3F6-8E55-4088-ACE3-8F09BF91BD7C}" dt="2025-09-07T14:22:25.203" v="104" actId="26606"/>
          <ac:spMkLst>
            <pc:docMk/>
            <pc:sldMk cId="2544483306" sldId="275"/>
            <ac:spMk id="53" creationId="{E978A47D-4F17-40FE-AB70-7AF78A9575EB}"/>
          </ac:spMkLst>
        </pc:spChg>
        <pc:grpChg chg="add del">
          <ac:chgData name="M Lawrence" userId="50b3d78e8f436f32" providerId="LiveId" clId="{E020B3F6-8E55-4088-ACE3-8F09BF91BD7C}" dt="2025-09-07T14:22:25.187" v="103" actId="26606"/>
          <ac:grpSpMkLst>
            <pc:docMk/>
            <pc:sldMk cId="2544483306" sldId="275"/>
            <ac:grpSpMk id="10" creationId="{85BE3A7E-6A3F-401E-A025-BBB8FDB8DD30}"/>
          </ac:grpSpMkLst>
        </pc:grpChg>
        <pc:grpChg chg="add del">
          <ac:chgData name="M Lawrence" userId="50b3d78e8f436f32" providerId="LiveId" clId="{E020B3F6-8E55-4088-ACE3-8F09BF91BD7C}" dt="2025-09-07T14:22:25.187" v="103" actId="26606"/>
          <ac:grpSpMkLst>
            <pc:docMk/>
            <pc:sldMk cId="2544483306" sldId="275"/>
            <ac:grpSpMk id="41" creationId="{F4E035BE-9FF4-43D3-BC25-CF582D7FF85E}"/>
          </ac:grpSpMkLst>
        </pc:grpChg>
        <pc:grpChg chg="add">
          <ac:chgData name="M Lawrence" userId="50b3d78e8f436f32" providerId="LiveId" clId="{E020B3F6-8E55-4088-ACE3-8F09BF91BD7C}" dt="2025-09-07T14:22:25.203" v="104" actId="26606"/>
          <ac:grpSpMkLst>
            <pc:docMk/>
            <pc:sldMk cId="2544483306" sldId="275"/>
            <ac:grpSpMk id="54" creationId="{85BE3A7E-6A3F-401E-A025-BBB8FDB8DD30}"/>
          </ac:grpSpMkLst>
        </pc:grpChg>
        <pc:grpChg chg="add">
          <ac:chgData name="M Lawrence" userId="50b3d78e8f436f32" providerId="LiveId" clId="{E020B3F6-8E55-4088-ACE3-8F09BF91BD7C}" dt="2025-09-07T14:22:25.203" v="104" actId="26606"/>
          <ac:grpSpMkLst>
            <pc:docMk/>
            <pc:sldMk cId="2544483306" sldId="275"/>
            <ac:grpSpMk id="83" creationId="{F4E035BE-9FF4-43D3-BC25-CF582D7FF85E}"/>
          </ac:grpSpMkLst>
        </pc:grpChg>
        <pc:cxnChg chg="add del">
          <ac:chgData name="M Lawrence" userId="50b3d78e8f436f32" providerId="LiveId" clId="{E020B3F6-8E55-4088-ACE3-8F09BF91BD7C}" dt="2025-09-07T14:22:25.187" v="103" actId="26606"/>
          <ac:cxnSpMkLst>
            <pc:docMk/>
            <pc:sldMk cId="2544483306" sldId="275"/>
            <ac:cxnSpMk id="39" creationId="{085ECEC0-FF5D-4348-92C7-1EA7C61E770C}"/>
          </ac:cxnSpMkLst>
        </pc:cxnChg>
        <pc:cxnChg chg="add">
          <ac:chgData name="M Lawrence" userId="50b3d78e8f436f32" providerId="LiveId" clId="{E020B3F6-8E55-4088-ACE3-8F09BF91BD7C}" dt="2025-09-07T14:22:25.203" v="104" actId="26606"/>
          <ac:cxnSpMkLst>
            <pc:docMk/>
            <pc:sldMk cId="2544483306" sldId="275"/>
            <ac:cxnSpMk id="82" creationId="{085ECEC0-FF5D-4348-92C7-1EA7C61E770C}"/>
          </ac:cxnSpMkLst>
        </pc:cxnChg>
      </pc:sldChg>
      <pc:sldChg chg="addSp delSp modSp add mod">
        <pc:chgData name="M Lawrence" userId="50b3d78e8f436f32" providerId="LiveId" clId="{E020B3F6-8E55-4088-ACE3-8F09BF91BD7C}" dt="2025-09-07T14:31:24.065" v="381" actId="20577"/>
        <pc:sldMkLst>
          <pc:docMk/>
          <pc:sldMk cId="3518388842" sldId="275"/>
        </pc:sldMkLst>
        <pc:spChg chg="mod">
          <ac:chgData name="M Lawrence" userId="50b3d78e8f436f32" providerId="LiveId" clId="{E020B3F6-8E55-4088-ACE3-8F09BF91BD7C}" dt="2025-09-07T14:31:24.065" v="381" actId="20577"/>
          <ac:spMkLst>
            <pc:docMk/>
            <pc:sldMk cId="3518388842" sldId="275"/>
            <ac:spMk id="2" creationId="{A6D28239-0617-11B8-24EB-1A58CD6953AC}"/>
          </ac:spMkLst>
        </pc:spChg>
        <pc:spChg chg="mod ord">
          <ac:chgData name="M Lawrence" userId="50b3d78e8f436f32" providerId="LiveId" clId="{E020B3F6-8E55-4088-ACE3-8F09BF91BD7C}" dt="2025-09-07T14:26:49.046" v="171" actId="27636"/>
          <ac:spMkLst>
            <pc:docMk/>
            <pc:sldMk cId="3518388842" sldId="275"/>
            <ac:spMk id="3" creationId="{4DA16B77-C6F5-73E3-6789-01DD6D3C39A0}"/>
          </ac:spMkLst>
        </pc:spChg>
        <pc:spChg chg="add del">
          <ac:chgData name="M Lawrence" userId="50b3d78e8f436f32" providerId="LiveId" clId="{E020B3F6-8E55-4088-ACE3-8F09BF91BD7C}" dt="2025-09-07T14:26:15.672" v="161" actId="26606"/>
          <ac:spMkLst>
            <pc:docMk/>
            <pc:sldMk cId="3518388842" sldId="275"/>
            <ac:spMk id="77" creationId="{E1E4F5F3-BC2E-9132-221A-4BBD1E3A7420}"/>
          </ac:spMkLst>
        </pc:spChg>
        <pc:spChg chg="add del">
          <ac:chgData name="M Lawrence" userId="50b3d78e8f436f32" providerId="LiveId" clId="{E020B3F6-8E55-4088-ACE3-8F09BF91BD7C}" dt="2025-09-07T14:26:15.666" v="160" actId="26606"/>
          <ac:spMkLst>
            <pc:docMk/>
            <pc:sldMk cId="3518388842" sldId="275"/>
            <ac:spMk id="113" creationId="{C2E4E997-8672-4FFD-B8EC-9932A8E4714B}"/>
          </ac:spMkLst>
        </pc:spChg>
        <pc:grpChg chg="add del">
          <ac:chgData name="M Lawrence" userId="50b3d78e8f436f32" providerId="LiveId" clId="{E020B3F6-8E55-4088-ACE3-8F09BF91BD7C}" dt="2025-09-07T14:26:15.672" v="161" actId="26606"/>
          <ac:grpSpMkLst>
            <pc:docMk/>
            <pc:sldMk cId="3518388842" sldId="275"/>
            <ac:grpSpMk id="81" creationId="{2022CF4C-42F6-B2D1-5080-9B97D5D0C3D8}"/>
          </ac:grpSpMkLst>
        </pc:grpChg>
        <pc:grpChg chg="add del">
          <ac:chgData name="M Lawrence" userId="50b3d78e8f436f32" providerId="LiveId" clId="{E020B3F6-8E55-4088-ACE3-8F09BF91BD7C}" dt="2025-09-07T14:26:15.666" v="160" actId="26606"/>
          <ac:grpSpMkLst>
            <pc:docMk/>
            <pc:sldMk cId="3518388842" sldId="275"/>
            <ac:grpSpMk id="117" creationId="{453E4DEE-E996-40F8-8635-0FF43D7348F9}"/>
          </ac:grpSpMkLst>
        </pc:grpChg>
        <pc:picChg chg="mod">
          <ac:chgData name="M Lawrence" userId="50b3d78e8f436f32" providerId="LiveId" clId="{E020B3F6-8E55-4088-ACE3-8F09BF91BD7C}" dt="2025-09-07T14:26:27.298" v="163" actId="1076"/>
          <ac:picMkLst>
            <pc:docMk/>
            <pc:sldMk cId="3518388842" sldId="275"/>
            <ac:picMk id="74" creationId="{3E8938B8-7924-A7B1-73C3-657D15386E21}"/>
          </ac:picMkLst>
        </pc:picChg>
        <pc:picChg chg="add del">
          <ac:chgData name="M Lawrence" userId="50b3d78e8f436f32" providerId="LiveId" clId="{E020B3F6-8E55-4088-ACE3-8F09BF91BD7C}" dt="2025-09-07T14:26:15.672" v="161" actId="26606"/>
          <ac:picMkLst>
            <pc:docMk/>
            <pc:sldMk cId="3518388842" sldId="275"/>
            <ac:picMk id="79" creationId="{4549E552-2BF6-43ED-4561-2AF0FEEBC57D}"/>
          </ac:picMkLst>
        </pc:picChg>
        <pc:picChg chg="add del">
          <ac:chgData name="M Lawrence" userId="50b3d78e8f436f32" providerId="LiveId" clId="{E020B3F6-8E55-4088-ACE3-8F09BF91BD7C}" dt="2025-09-07T14:26:15.666" v="160" actId="26606"/>
          <ac:picMkLst>
            <pc:docMk/>
            <pc:sldMk cId="3518388842" sldId="275"/>
            <ac:picMk id="115" creationId="{FE6BA9E6-1D9E-4D30-B528-D49FA1342E4E}"/>
          </ac:picMkLst>
        </pc:picChg>
      </pc:sldChg>
      <pc:sldChg chg="modSp add mod">
        <pc:chgData name="M Lawrence" userId="50b3d78e8f436f32" providerId="LiveId" clId="{E020B3F6-8E55-4088-ACE3-8F09BF91BD7C}" dt="2025-09-07T14:30:34.926" v="368" actId="20577"/>
        <pc:sldMkLst>
          <pc:docMk/>
          <pc:sldMk cId="3486055188" sldId="276"/>
        </pc:sldMkLst>
        <pc:spChg chg="mod">
          <ac:chgData name="M Lawrence" userId="50b3d78e8f436f32" providerId="LiveId" clId="{E020B3F6-8E55-4088-ACE3-8F09BF91BD7C}" dt="2025-09-07T14:30:34.926" v="368" actId="20577"/>
          <ac:spMkLst>
            <pc:docMk/>
            <pc:sldMk cId="3486055188" sldId="276"/>
            <ac:spMk id="2" creationId="{03CABEBE-B225-913B-02F1-8DB17E28E36B}"/>
          </ac:spMkLst>
        </pc:spChg>
        <pc:spChg chg="mod">
          <ac:chgData name="M Lawrence" userId="50b3d78e8f436f32" providerId="LiveId" clId="{E020B3F6-8E55-4088-ACE3-8F09BF91BD7C}" dt="2025-09-07T14:29:55.967" v="348" actId="20577"/>
          <ac:spMkLst>
            <pc:docMk/>
            <pc:sldMk cId="3486055188" sldId="276"/>
            <ac:spMk id="3" creationId="{E5A640BD-CE0C-BF8C-080F-D95B686E7B95}"/>
          </ac:spMkLst>
        </pc:spChg>
        <pc:picChg chg="mod">
          <ac:chgData name="M Lawrence" userId="50b3d78e8f436f32" providerId="LiveId" clId="{E020B3F6-8E55-4088-ACE3-8F09BF91BD7C}" dt="2025-09-07T14:29:05.952" v="284" actId="1076"/>
          <ac:picMkLst>
            <pc:docMk/>
            <pc:sldMk cId="3486055188" sldId="276"/>
            <ac:picMk id="74" creationId="{D09BF4B9-556C-0C44-AEA1-F1EFC27A591E}"/>
          </ac:picMkLst>
        </pc:picChg>
      </pc:sldChg>
      <pc:sldChg chg="modSp new del mod">
        <pc:chgData name="M Lawrence" userId="50b3d78e8f436f32" providerId="LiveId" clId="{E020B3F6-8E55-4088-ACE3-8F09BF91BD7C}" dt="2025-09-07T14:44:01.534" v="547" actId="2696"/>
        <pc:sldMkLst>
          <pc:docMk/>
          <pc:sldMk cId="4135538414" sldId="277"/>
        </pc:sldMkLst>
        <pc:spChg chg="mod">
          <ac:chgData name="M Lawrence" userId="50b3d78e8f436f32" providerId="LiveId" clId="{E020B3F6-8E55-4088-ACE3-8F09BF91BD7C}" dt="2025-09-07T14:43:31.856" v="544" actId="20577"/>
          <ac:spMkLst>
            <pc:docMk/>
            <pc:sldMk cId="4135538414" sldId="277"/>
            <ac:spMk id="2" creationId="{FDD65FE6-7B75-5174-5DA9-9097BF4446DE}"/>
          </ac:spMkLst>
        </pc:spChg>
      </pc:sldChg>
      <pc:sldChg chg="addSp modSp add mod setBg">
        <pc:chgData name="M Lawrence" userId="50b3d78e8f436f32" providerId="LiveId" clId="{E020B3F6-8E55-4088-ACE3-8F09BF91BD7C}" dt="2025-09-07T14:43:49.991" v="546" actId="34807"/>
        <pc:sldMkLst>
          <pc:docMk/>
          <pc:sldMk cId="1216467573" sldId="278"/>
        </pc:sldMkLst>
        <pc:spChg chg="mod">
          <ac:chgData name="M Lawrence" userId="50b3d78e8f436f32" providerId="LiveId" clId="{E020B3F6-8E55-4088-ACE3-8F09BF91BD7C}" dt="2025-09-07T14:43:49.991" v="546" actId="34807"/>
          <ac:spMkLst>
            <pc:docMk/>
            <pc:sldMk cId="1216467573" sldId="278"/>
            <ac:spMk id="2" creationId="{7170BE15-563F-BC06-0E59-374B4E892AC1}"/>
          </ac:spMkLst>
        </pc:spChg>
        <pc:spChg chg="mod">
          <ac:chgData name="M Lawrence" userId="50b3d78e8f436f32" providerId="LiveId" clId="{E020B3F6-8E55-4088-ACE3-8F09BF91BD7C}" dt="2025-09-07T14:43:49.991" v="546" actId="34807"/>
          <ac:spMkLst>
            <pc:docMk/>
            <pc:sldMk cId="1216467573" sldId="278"/>
            <ac:spMk id="4" creationId="{79721286-8D69-5D3A-4A77-5263704C75D3}"/>
          </ac:spMkLst>
        </pc:spChg>
        <pc:grpChg chg="add">
          <ac:chgData name="M Lawrence" userId="50b3d78e8f436f32" providerId="LiveId" clId="{E020B3F6-8E55-4088-ACE3-8F09BF91BD7C}" dt="2025-09-07T14:43:49.991" v="546" actId="34807"/>
          <ac:grpSpMkLst>
            <pc:docMk/>
            <pc:sldMk cId="1216467573" sldId="278"/>
            <ac:grpSpMk id="12" creationId="{EB95AFDF-FA7D-4311-9C65-6D507D92F474}"/>
          </ac:grpSpMkLst>
        </pc:grpChg>
        <pc:picChg chg="mod">
          <ac:chgData name="M Lawrence" userId="50b3d78e8f436f32" providerId="LiveId" clId="{E020B3F6-8E55-4088-ACE3-8F09BF91BD7C}" dt="2025-09-07T14:43:49.991" v="546" actId="34807"/>
          <ac:picMkLst>
            <pc:docMk/>
            <pc:sldMk cId="1216467573" sldId="278"/>
            <ac:picMk id="5" creationId="{987AD841-6D2D-4F83-BDE3-7CB940E93A99}"/>
          </ac:picMkLst>
        </pc:picChg>
        <pc:picChg chg="add">
          <ac:chgData name="M Lawrence" userId="50b3d78e8f436f32" providerId="LiveId" clId="{E020B3F6-8E55-4088-ACE3-8F09BF91BD7C}" dt="2025-09-07T14:43:49.991" v="546" actId="34807"/>
          <ac:picMkLst>
            <pc:docMk/>
            <pc:sldMk cId="1216467573" sldId="278"/>
            <ac:picMk id="10" creationId="{5FF7B57D-FF7B-48B3-9F60-9BCEEECF9E76}"/>
          </ac:picMkLst>
        </pc:picChg>
      </pc:sldChg>
      <pc:sldChg chg="modSp new del mod">
        <pc:chgData name="M Lawrence" userId="50b3d78e8f436f32" providerId="LiveId" clId="{E020B3F6-8E55-4088-ACE3-8F09BF91BD7C}" dt="2025-09-07T14:46:08.723" v="567" actId="2696"/>
        <pc:sldMkLst>
          <pc:docMk/>
          <pc:sldMk cId="905954479" sldId="279"/>
        </pc:sldMkLst>
        <pc:spChg chg="mod">
          <ac:chgData name="M Lawrence" userId="50b3d78e8f436f32" providerId="LiveId" clId="{E020B3F6-8E55-4088-ACE3-8F09BF91BD7C}" dt="2025-09-07T14:45:01.845" v="566" actId="20577"/>
          <ac:spMkLst>
            <pc:docMk/>
            <pc:sldMk cId="905954479" sldId="279"/>
            <ac:spMk id="2" creationId="{A05FBBEF-9218-F8FF-D26F-99D5ED32E165}"/>
          </ac:spMkLst>
        </pc:spChg>
      </pc:sldChg>
    </pc:docChg>
  </pc:docChgLst>
</pc:chgInfo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5146D3-A430-448C-A3A0-95AA5C3D3717}" type="doc">
      <dgm:prSet loTypeId="urn:microsoft.com/office/officeart/2005/8/layout/process4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FDDE15A-EFC3-4496-B2FA-34F8EE697646}">
      <dgm:prSet/>
      <dgm:spPr/>
      <dgm:t>
        <a:bodyPr/>
        <a:lstStyle/>
        <a:p>
          <a:r>
            <a:rPr lang="en-US"/>
            <a:t>EMT students face a critical gap between theoretical knowledge and practical application in emergency scenarios.</a:t>
          </a:r>
        </a:p>
      </dgm:t>
    </dgm:pt>
    <dgm:pt modelId="{AF992579-1065-41B5-A117-5C779E4760C4}" type="parTrans" cxnId="{8E10FC11-80F6-4372-A3B9-9096BEBBCBAA}">
      <dgm:prSet/>
      <dgm:spPr/>
      <dgm:t>
        <a:bodyPr/>
        <a:lstStyle/>
        <a:p>
          <a:endParaRPr lang="en-US"/>
        </a:p>
      </dgm:t>
    </dgm:pt>
    <dgm:pt modelId="{600A0073-4D14-4CF0-8ADA-114A59BD2BF9}" type="sibTrans" cxnId="{8E10FC11-80F6-4372-A3B9-9096BEBBCBAA}">
      <dgm:prSet/>
      <dgm:spPr/>
      <dgm:t>
        <a:bodyPr/>
        <a:lstStyle/>
        <a:p>
          <a:endParaRPr lang="en-US"/>
        </a:p>
      </dgm:t>
    </dgm:pt>
    <dgm:pt modelId="{BF8865F2-A42A-4D9A-B0FE-7584B307AB73}">
      <dgm:prSet/>
      <dgm:spPr/>
      <dgm:t>
        <a:bodyPr/>
        <a:lstStyle/>
        <a:p>
          <a:r>
            <a:rPr lang="en-US" b="1"/>
            <a:t>Current Issues:</a:t>
          </a:r>
          <a:endParaRPr lang="en-US"/>
        </a:p>
      </dgm:t>
    </dgm:pt>
    <dgm:pt modelId="{82AE939E-980A-4D70-A27C-8BF288FB7D2A}" type="parTrans" cxnId="{77E1DE65-02D4-4EA4-9E7A-9758DBE6300A}">
      <dgm:prSet/>
      <dgm:spPr/>
      <dgm:t>
        <a:bodyPr/>
        <a:lstStyle/>
        <a:p>
          <a:endParaRPr lang="en-US"/>
        </a:p>
      </dgm:t>
    </dgm:pt>
    <dgm:pt modelId="{3D0FBBF8-40DD-49EB-A723-39B0F22D654E}" type="sibTrans" cxnId="{77E1DE65-02D4-4EA4-9E7A-9758DBE6300A}">
      <dgm:prSet/>
      <dgm:spPr/>
      <dgm:t>
        <a:bodyPr/>
        <a:lstStyle/>
        <a:p>
          <a:endParaRPr lang="en-US"/>
        </a:p>
      </dgm:t>
    </dgm:pt>
    <dgm:pt modelId="{27FD6955-0793-40B2-B2B8-8FC4CFBE8443}">
      <dgm:prSet/>
      <dgm:spPr/>
      <dgm:t>
        <a:bodyPr/>
        <a:lstStyle/>
        <a:p>
          <a:r>
            <a:rPr lang="en-US"/>
            <a:t>Exam prep apps focus on memorization, not decision-making</a:t>
          </a:r>
        </a:p>
      </dgm:t>
    </dgm:pt>
    <dgm:pt modelId="{CF926B6E-FDD8-4C96-B2E6-E8CA2BA3F7E3}" type="parTrans" cxnId="{D05E7AC5-B453-4004-866F-7D6627DC9006}">
      <dgm:prSet/>
      <dgm:spPr/>
      <dgm:t>
        <a:bodyPr/>
        <a:lstStyle/>
        <a:p>
          <a:endParaRPr lang="en-US"/>
        </a:p>
      </dgm:t>
    </dgm:pt>
    <dgm:pt modelId="{4BE13E0B-3770-4B37-92B8-9841C9C8E02A}" type="sibTrans" cxnId="{D05E7AC5-B453-4004-866F-7D6627DC9006}">
      <dgm:prSet/>
      <dgm:spPr/>
      <dgm:t>
        <a:bodyPr/>
        <a:lstStyle/>
        <a:p>
          <a:endParaRPr lang="en-US"/>
        </a:p>
      </dgm:t>
    </dgm:pt>
    <dgm:pt modelId="{0F6FD165-E696-44CD-8D92-F53A29972C04}">
      <dgm:prSet/>
      <dgm:spPr/>
      <dgm:t>
        <a:bodyPr/>
        <a:lstStyle/>
        <a:p>
          <a:r>
            <a:rPr lang="en-US"/>
            <a:t>Limited access to realistic, high-pressure practice scenarios</a:t>
          </a:r>
        </a:p>
      </dgm:t>
    </dgm:pt>
    <dgm:pt modelId="{1AA24125-1795-42E7-B97E-C77237B85A14}" type="parTrans" cxnId="{E6C03FC3-B3DD-4A54-862B-8C6D06236890}">
      <dgm:prSet/>
      <dgm:spPr/>
      <dgm:t>
        <a:bodyPr/>
        <a:lstStyle/>
        <a:p>
          <a:endParaRPr lang="en-US"/>
        </a:p>
      </dgm:t>
    </dgm:pt>
    <dgm:pt modelId="{589C6CF3-D3DC-4E68-BF99-D760166DCA4D}" type="sibTrans" cxnId="{E6C03FC3-B3DD-4A54-862B-8C6D06236890}">
      <dgm:prSet/>
      <dgm:spPr/>
      <dgm:t>
        <a:bodyPr/>
        <a:lstStyle/>
        <a:p>
          <a:endParaRPr lang="en-US"/>
        </a:p>
      </dgm:t>
    </dgm:pt>
    <dgm:pt modelId="{671BDBA5-F44F-42BB-BA88-E667FE25CD1E}">
      <dgm:prSet/>
      <dgm:spPr/>
      <dgm:t>
        <a:bodyPr/>
        <a:lstStyle/>
        <a:p>
          <a:r>
            <a:rPr lang="en-US"/>
            <a:t>No personalized coaching for triage decision-making</a:t>
          </a:r>
        </a:p>
      </dgm:t>
    </dgm:pt>
    <dgm:pt modelId="{CFDA8E84-9F0C-43A5-91BA-EB32042D930C}" type="parTrans" cxnId="{FA78D86E-B251-432D-B817-979600CC9DA5}">
      <dgm:prSet/>
      <dgm:spPr/>
      <dgm:t>
        <a:bodyPr/>
        <a:lstStyle/>
        <a:p>
          <a:endParaRPr lang="en-US"/>
        </a:p>
      </dgm:t>
    </dgm:pt>
    <dgm:pt modelId="{BA19B122-D771-4FE5-A1A9-5328E47AD9C7}" type="sibTrans" cxnId="{FA78D86E-B251-432D-B817-979600CC9DA5}">
      <dgm:prSet/>
      <dgm:spPr/>
      <dgm:t>
        <a:bodyPr/>
        <a:lstStyle/>
        <a:p>
          <a:endParaRPr lang="en-US"/>
        </a:p>
      </dgm:t>
    </dgm:pt>
    <dgm:pt modelId="{480DD569-692D-4CE3-9033-C86174BA0388}">
      <dgm:prSet/>
      <dgm:spPr/>
      <dgm:t>
        <a:bodyPr/>
        <a:lstStyle/>
        <a:p>
          <a:r>
            <a:rPr lang="en-US"/>
            <a:t>Students feel unprepared for real emergency calls</a:t>
          </a:r>
        </a:p>
      </dgm:t>
    </dgm:pt>
    <dgm:pt modelId="{AC0B726A-01F9-4FF8-89FB-2383E3F6368D}" type="parTrans" cxnId="{8C12D217-9782-4343-8DAA-71C4EFC199FF}">
      <dgm:prSet/>
      <dgm:spPr/>
      <dgm:t>
        <a:bodyPr/>
        <a:lstStyle/>
        <a:p>
          <a:endParaRPr lang="en-US"/>
        </a:p>
      </dgm:t>
    </dgm:pt>
    <dgm:pt modelId="{43CFAF46-CB30-480E-9653-D12FDFC05A81}" type="sibTrans" cxnId="{8C12D217-9782-4343-8DAA-71C4EFC199FF}">
      <dgm:prSet/>
      <dgm:spPr/>
      <dgm:t>
        <a:bodyPr/>
        <a:lstStyle/>
        <a:p>
          <a:endParaRPr lang="en-US"/>
        </a:p>
      </dgm:t>
    </dgm:pt>
    <dgm:pt modelId="{C275591B-10D3-4579-85A8-956D53FBB195}">
      <dgm:prSet/>
      <dgm:spPr/>
      <dgm:t>
        <a:bodyPr/>
        <a:lstStyle/>
        <a:p>
          <a:r>
            <a:rPr lang="en-US" b="1" dirty="0"/>
            <a:t>Market Validation:</a:t>
          </a:r>
          <a:endParaRPr lang="en-US" dirty="0"/>
        </a:p>
      </dgm:t>
    </dgm:pt>
    <dgm:pt modelId="{A12E4554-28FA-42F6-BFDE-651CE6607E47}" type="parTrans" cxnId="{939BCB43-1071-4FA8-AA16-6239809AA656}">
      <dgm:prSet/>
      <dgm:spPr/>
      <dgm:t>
        <a:bodyPr/>
        <a:lstStyle/>
        <a:p>
          <a:endParaRPr lang="en-US"/>
        </a:p>
      </dgm:t>
    </dgm:pt>
    <dgm:pt modelId="{E9E7A6CF-D607-4412-885B-7681E1D15FC3}" type="sibTrans" cxnId="{939BCB43-1071-4FA8-AA16-6239809AA656}">
      <dgm:prSet/>
      <dgm:spPr/>
      <dgm:t>
        <a:bodyPr/>
        <a:lstStyle/>
        <a:p>
          <a:endParaRPr lang="en-US"/>
        </a:p>
      </dgm:t>
    </dgm:pt>
    <dgm:pt modelId="{D7B0BB78-21D2-42E6-87F9-C11550313C97}">
      <dgm:prSet/>
      <dgm:spPr/>
      <dgm:t>
        <a:bodyPr/>
        <a:lstStyle/>
        <a:p>
          <a:r>
            <a:rPr lang="en-US"/>
            <a:t>Apps like EMT Buddy succeed with exam prep but don't address practical training</a:t>
          </a:r>
        </a:p>
      </dgm:t>
    </dgm:pt>
    <dgm:pt modelId="{BFD87CF1-43D5-4980-9B80-58F111D4CF6F}" type="parTrans" cxnId="{46917C10-F4DE-4145-9F8F-81375FB21044}">
      <dgm:prSet/>
      <dgm:spPr/>
      <dgm:t>
        <a:bodyPr/>
        <a:lstStyle/>
        <a:p>
          <a:endParaRPr lang="en-US"/>
        </a:p>
      </dgm:t>
    </dgm:pt>
    <dgm:pt modelId="{A51B0FD8-D901-4596-A071-0434DA80F074}" type="sibTrans" cxnId="{46917C10-F4DE-4145-9F8F-81375FB21044}">
      <dgm:prSet/>
      <dgm:spPr/>
      <dgm:t>
        <a:bodyPr/>
        <a:lstStyle/>
        <a:p>
          <a:endParaRPr lang="en-US"/>
        </a:p>
      </dgm:t>
    </dgm:pt>
    <dgm:pt modelId="{E3350A92-97E1-444E-97EA-C745E1280706}">
      <dgm:prSet/>
      <dgm:spPr/>
      <dgm:t>
        <a:bodyPr/>
        <a:lstStyle/>
        <a:p>
          <a:r>
            <a:rPr lang="en-US" dirty="0"/>
            <a:t>250,000+ certified EMTs in US, 50,000+ new certifications annually</a:t>
          </a:r>
        </a:p>
      </dgm:t>
    </dgm:pt>
    <dgm:pt modelId="{A9FAD4F0-3C93-494D-950E-9F95453925DF}" type="parTrans" cxnId="{00B51123-AB8A-47FD-860B-0F034820C9FE}">
      <dgm:prSet/>
      <dgm:spPr/>
      <dgm:t>
        <a:bodyPr/>
        <a:lstStyle/>
        <a:p>
          <a:endParaRPr lang="en-US"/>
        </a:p>
      </dgm:t>
    </dgm:pt>
    <dgm:pt modelId="{7B0C54F8-94B4-4EB8-A653-458C58287CA8}" type="sibTrans" cxnId="{00B51123-AB8A-47FD-860B-0F034820C9FE}">
      <dgm:prSet/>
      <dgm:spPr/>
      <dgm:t>
        <a:bodyPr/>
        <a:lstStyle/>
        <a:p>
          <a:endParaRPr lang="en-US"/>
        </a:p>
      </dgm:t>
    </dgm:pt>
    <dgm:pt modelId="{DC37B138-5BF4-49DD-A6BF-3B34B975E66F}" type="pres">
      <dgm:prSet presAssocID="{C45146D3-A430-448C-A3A0-95AA5C3D3717}" presName="Name0" presStyleCnt="0">
        <dgm:presLayoutVars>
          <dgm:dir/>
          <dgm:animLvl val="lvl"/>
          <dgm:resizeHandles val="exact"/>
        </dgm:presLayoutVars>
      </dgm:prSet>
      <dgm:spPr/>
    </dgm:pt>
    <dgm:pt modelId="{C60E9443-E228-4B57-96D8-20FD937026A1}" type="pres">
      <dgm:prSet presAssocID="{C275591B-10D3-4579-85A8-956D53FBB195}" presName="boxAndChildren" presStyleCnt="0"/>
      <dgm:spPr/>
    </dgm:pt>
    <dgm:pt modelId="{4EB9BDCD-A72F-487C-86A1-989D67AE4EE9}" type="pres">
      <dgm:prSet presAssocID="{C275591B-10D3-4579-85A8-956D53FBB195}" presName="parentTextBox" presStyleLbl="node1" presStyleIdx="0" presStyleCnt="3"/>
      <dgm:spPr/>
    </dgm:pt>
    <dgm:pt modelId="{B7DEF383-40FC-4F57-83C8-DFDFE6A6BD90}" type="pres">
      <dgm:prSet presAssocID="{C275591B-10D3-4579-85A8-956D53FBB195}" presName="entireBox" presStyleLbl="node1" presStyleIdx="0" presStyleCnt="3"/>
      <dgm:spPr/>
    </dgm:pt>
    <dgm:pt modelId="{3E421114-047E-4A74-9466-826D14F9F06F}" type="pres">
      <dgm:prSet presAssocID="{C275591B-10D3-4579-85A8-956D53FBB195}" presName="descendantBox" presStyleCnt="0"/>
      <dgm:spPr/>
    </dgm:pt>
    <dgm:pt modelId="{F425E236-107E-4235-B8D9-E1B1A1ABA824}" type="pres">
      <dgm:prSet presAssocID="{D7B0BB78-21D2-42E6-87F9-C11550313C97}" presName="childTextBox" presStyleLbl="fgAccFollowNode1" presStyleIdx="0" presStyleCnt="6">
        <dgm:presLayoutVars>
          <dgm:bulletEnabled val="1"/>
        </dgm:presLayoutVars>
      </dgm:prSet>
      <dgm:spPr/>
    </dgm:pt>
    <dgm:pt modelId="{1422C9E4-ADC4-4207-81A7-46BF49EDC432}" type="pres">
      <dgm:prSet presAssocID="{E3350A92-97E1-444E-97EA-C745E1280706}" presName="childTextBox" presStyleLbl="fgAccFollowNode1" presStyleIdx="1" presStyleCnt="6">
        <dgm:presLayoutVars>
          <dgm:bulletEnabled val="1"/>
        </dgm:presLayoutVars>
      </dgm:prSet>
      <dgm:spPr/>
    </dgm:pt>
    <dgm:pt modelId="{A73C7692-0144-4AE6-A385-DDF178BB1A29}" type="pres">
      <dgm:prSet presAssocID="{3D0FBBF8-40DD-49EB-A723-39B0F22D654E}" presName="sp" presStyleCnt="0"/>
      <dgm:spPr/>
    </dgm:pt>
    <dgm:pt modelId="{63DA870A-719E-4E72-A146-3EBE76ABCDFF}" type="pres">
      <dgm:prSet presAssocID="{BF8865F2-A42A-4D9A-B0FE-7584B307AB73}" presName="arrowAndChildren" presStyleCnt="0"/>
      <dgm:spPr/>
    </dgm:pt>
    <dgm:pt modelId="{C5A10644-F08E-4515-9F1F-3875FA0B5BFE}" type="pres">
      <dgm:prSet presAssocID="{BF8865F2-A42A-4D9A-B0FE-7584B307AB73}" presName="parentTextArrow" presStyleLbl="node1" presStyleIdx="0" presStyleCnt="3"/>
      <dgm:spPr/>
    </dgm:pt>
    <dgm:pt modelId="{79A7CEB1-545C-478B-8D78-0AA584E4B9A4}" type="pres">
      <dgm:prSet presAssocID="{BF8865F2-A42A-4D9A-B0FE-7584B307AB73}" presName="arrow" presStyleLbl="node1" presStyleIdx="1" presStyleCnt="3" custScaleY="107943"/>
      <dgm:spPr/>
    </dgm:pt>
    <dgm:pt modelId="{73BA0A00-8DD6-43AB-B98C-5C2B105D1F1B}" type="pres">
      <dgm:prSet presAssocID="{BF8865F2-A42A-4D9A-B0FE-7584B307AB73}" presName="descendantArrow" presStyleCnt="0"/>
      <dgm:spPr/>
    </dgm:pt>
    <dgm:pt modelId="{17D6E9FB-56EC-4373-B4B3-DBF339D40C13}" type="pres">
      <dgm:prSet presAssocID="{27FD6955-0793-40B2-B2B8-8FC4CFBE8443}" presName="childTextArrow" presStyleLbl="fgAccFollowNode1" presStyleIdx="2" presStyleCnt="6">
        <dgm:presLayoutVars>
          <dgm:bulletEnabled val="1"/>
        </dgm:presLayoutVars>
      </dgm:prSet>
      <dgm:spPr/>
    </dgm:pt>
    <dgm:pt modelId="{C2636761-227F-4A55-9075-E526997EE27D}" type="pres">
      <dgm:prSet presAssocID="{0F6FD165-E696-44CD-8D92-F53A29972C04}" presName="childTextArrow" presStyleLbl="fgAccFollowNode1" presStyleIdx="3" presStyleCnt="6">
        <dgm:presLayoutVars>
          <dgm:bulletEnabled val="1"/>
        </dgm:presLayoutVars>
      </dgm:prSet>
      <dgm:spPr/>
    </dgm:pt>
    <dgm:pt modelId="{A52994DD-8512-4BED-8F52-0B5E435AC30D}" type="pres">
      <dgm:prSet presAssocID="{671BDBA5-F44F-42BB-BA88-E667FE25CD1E}" presName="childTextArrow" presStyleLbl="fgAccFollowNode1" presStyleIdx="4" presStyleCnt="6">
        <dgm:presLayoutVars>
          <dgm:bulletEnabled val="1"/>
        </dgm:presLayoutVars>
      </dgm:prSet>
      <dgm:spPr/>
    </dgm:pt>
    <dgm:pt modelId="{BC2DE9B2-12DE-4968-B112-4842427781D9}" type="pres">
      <dgm:prSet presAssocID="{480DD569-692D-4CE3-9033-C86174BA0388}" presName="childTextArrow" presStyleLbl="fgAccFollowNode1" presStyleIdx="5" presStyleCnt="6">
        <dgm:presLayoutVars>
          <dgm:bulletEnabled val="1"/>
        </dgm:presLayoutVars>
      </dgm:prSet>
      <dgm:spPr/>
    </dgm:pt>
    <dgm:pt modelId="{FA147B4B-694E-4A00-95BC-9211AAF174A5}" type="pres">
      <dgm:prSet presAssocID="{600A0073-4D14-4CF0-8ADA-114A59BD2BF9}" presName="sp" presStyleCnt="0"/>
      <dgm:spPr/>
    </dgm:pt>
    <dgm:pt modelId="{4CCF8F2B-4705-4106-B8D2-39658C631184}" type="pres">
      <dgm:prSet presAssocID="{4FDDE15A-EFC3-4496-B2FA-34F8EE697646}" presName="arrowAndChildren" presStyleCnt="0"/>
      <dgm:spPr/>
    </dgm:pt>
    <dgm:pt modelId="{8259892F-5C0B-4605-9743-901C43ECD3A5}" type="pres">
      <dgm:prSet presAssocID="{4FDDE15A-EFC3-4496-B2FA-34F8EE697646}" presName="parentTextArrow" presStyleLbl="node1" presStyleIdx="2" presStyleCnt="3" custScaleY="106061"/>
      <dgm:spPr/>
    </dgm:pt>
  </dgm:ptLst>
  <dgm:cxnLst>
    <dgm:cxn modelId="{46917C10-F4DE-4145-9F8F-81375FB21044}" srcId="{C275591B-10D3-4579-85A8-956D53FBB195}" destId="{D7B0BB78-21D2-42E6-87F9-C11550313C97}" srcOrd="0" destOrd="0" parTransId="{BFD87CF1-43D5-4980-9B80-58F111D4CF6F}" sibTransId="{A51B0FD8-D901-4596-A071-0434DA80F074}"/>
    <dgm:cxn modelId="{8E10FC11-80F6-4372-A3B9-9096BEBBCBAA}" srcId="{C45146D3-A430-448C-A3A0-95AA5C3D3717}" destId="{4FDDE15A-EFC3-4496-B2FA-34F8EE697646}" srcOrd="0" destOrd="0" parTransId="{AF992579-1065-41B5-A117-5C779E4760C4}" sibTransId="{600A0073-4D14-4CF0-8ADA-114A59BD2BF9}"/>
    <dgm:cxn modelId="{8C12D217-9782-4343-8DAA-71C4EFC199FF}" srcId="{BF8865F2-A42A-4D9A-B0FE-7584B307AB73}" destId="{480DD569-692D-4CE3-9033-C86174BA0388}" srcOrd="3" destOrd="0" parTransId="{AC0B726A-01F9-4FF8-89FB-2383E3F6368D}" sibTransId="{43CFAF46-CB30-480E-9653-D12FDFC05A81}"/>
    <dgm:cxn modelId="{9EE02C1B-597D-4391-B58F-BC5347DAE7F1}" type="presOf" srcId="{C275591B-10D3-4579-85A8-956D53FBB195}" destId="{B7DEF383-40FC-4F57-83C8-DFDFE6A6BD90}" srcOrd="1" destOrd="0" presId="urn:microsoft.com/office/officeart/2005/8/layout/process4"/>
    <dgm:cxn modelId="{A9B0231F-AB44-4F4C-A07F-219A41B29CCE}" type="presOf" srcId="{BF8865F2-A42A-4D9A-B0FE-7584B307AB73}" destId="{79A7CEB1-545C-478B-8D78-0AA584E4B9A4}" srcOrd="1" destOrd="0" presId="urn:microsoft.com/office/officeart/2005/8/layout/process4"/>
    <dgm:cxn modelId="{04239020-7221-41A4-A831-FAA2D449C8DB}" type="presOf" srcId="{671BDBA5-F44F-42BB-BA88-E667FE25CD1E}" destId="{A52994DD-8512-4BED-8F52-0B5E435AC30D}" srcOrd="0" destOrd="0" presId="urn:microsoft.com/office/officeart/2005/8/layout/process4"/>
    <dgm:cxn modelId="{00B51123-AB8A-47FD-860B-0F034820C9FE}" srcId="{C275591B-10D3-4579-85A8-956D53FBB195}" destId="{E3350A92-97E1-444E-97EA-C745E1280706}" srcOrd="1" destOrd="0" parTransId="{A9FAD4F0-3C93-494D-950E-9F95453925DF}" sibTransId="{7B0C54F8-94B4-4EB8-A653-458C58287CA8}"/>
    <dgm:cxn modelId="{44C6A52F-25C1-4852-9635-3E004A477E0A}" type="presOf" srcId="{C45146D3-A430-448C-A3A0-95AA5C3D3717}" destId="{DC37B138-5BF4-49DD-A6BF-3B34B975E66F}" srcOrd="0" destOrd="0" presId="urn:microsoft.com/office/officeart/2005/8/layout/process4"/>
    <dgm:cxn modelId="{239E9535-7590-48AB-B46D-AE6951D81326}" type="presOf" srcId="{480DD569-692D-4CE3-9033-C86174BA0388}" destId="{BC2DE9B2-12DE-4968-B112-4842427781D9}" srcOrd="0" destOrd="0" presId="urn:microsoft.com/office/officeart/2005/8/layout/process4"/>
    <dgm:cxn modelId="{EC7B5C37-7C06-4DCB-A47D-F8D817E85002}" type="presOf" srcId="{0F6FD165-E696-44CD-8D92-F53A29972C04}" destId="{C2636761-227F-4A55-9075-E526997EE27D}" srcOrd="0" destOrd="0" presId="urn:microsoft.com/office/officeart/2005/8/layout/process4"/>
    <dgm:cxn modelId="{939BCB43-1071-4FA8-AA16-6239809AA656}" srcId="{C45146D3-A430-448C-A3A0-95AA5C3D3717}" destId="{C275591B-10D3-4579-85A8-956D53FBB195}" srcOrd="2" destOrd="0" parTransId="{A12E4554-28FA-42F6-BFDE-651CE6607E47}" sibTransId="{E9E7A6CF-D607-4412-885B-7681E1D15FC3}"/>
    <dgm:cxn modelId="{77E1DE65-02D4-4EA4-9E7A-9758DBE6300A}" srcId="{C45146D3-A430-448C-A3A0-95AA5C3D3717}" destId="{BF8865F2-A42A-4D9A-B0FE-7584B307AB73}" srcOrd="1" destOrd="0" parTransId="{82AE939E-980A-4D70-A27C-8BF288FB7D2A}" sibTransId="{3D0FBBF8-40DD-49EB-A723-39B0F22D654E}"/>
    <dgm:cxn modelId="{929A6C67-ADA8-4E80-9BEF-7897EF5196A4}" type="presOf" srcId="{4FDDE15A-EFC3-4496-B2FA-34F8EE697646}" destId="{8259892F-5C0B-4605-9743-901C43ECD3A5}" srcOrd="0" destOrd="0" presId="urn:microsoft.com/office/officeart/2005/8/layout/process4"/>
    <dgm:cxn modelId="{FA78D86E-B251-432D-B817-979600CC9DA5}" srcId="{BF8865F2-A42A-4D9A-B0FE-7584B307AB73}" destId="{671BDBA5-F44F-42BB-BA88-E667FE25CD1E}" srcOrd="2" destOrd="0" parTransId="{CFDA8E84-9F0C-43A5-91BA-EB32042D930C}" sibTransId="{BA19B122-D771-4FE5-A1A9-5328E47AD9C7}"/>
    <dgm:cxn modelId="{FC425E50-78BD-4D83-A4C0-7D99DF8B827B}" type="presOf" srcId="{BF8865F2-A42A-4D9A-B0FE-7584B307AB73}" destId="{C5A10644-F08E-4515-9F1F-3875FA0B5BFE}" srcOrd="0" destOrd="0" presId="urn:microsoft.com/office/officeart/2005/8/layout/process4"/>
    <dgm:cxn modelId="{E0966E75-93EA-496C-BD40-829DA90F4C36}" type="presOf" srcId="{D7B0BB78-21D2-42E6-87F9-C11550313C97}" destId="{F425E236-107E-4235-B8D9-E1B1A1ABA824}" srcOrd="0" destOrd="0" presId="urn:microsoft.com/office/officeart/2005/8/layout/process4"/>
    <dgm:cxn modelId="{B846D99A-B89C-4BAB-A671-F088DE22B09E}" type="presOf" srcId="{27FD6955-0793-40B2-B2B8-8FC4CFBE8443}" destId="{17D6E9FB-56EC-4373-B4B3-DBF339D40C13}" srcOrd="0" destOrd="0" presId="urn:microsoft.com/office/officeart/2005/8/layout/process4"/>
    <dgm:cxn modelId="{E6C03FC3-B3DD-4A54-862B-8C6D06236890}" srcId="{BF8865F2-A42A-4D9A-B0FE-7584B307AB73}" destId="{0F6FD165-E696-44CD-8D92-F53A29972C04}" srcOrd="1" destOrd="0" parTransId="{1AA24125-1795-42E7-B97E-C77237B85A14}" sibTransId="{589C6CF3-D3DC-4E68-BF99-D760166DCA4D}"/>
    <dgm:cxn modelId="{D05E7AC5-B453-4004-866F-7D6627DC9006}" srcId="{BF8865F2-A42A-4D9A-B0FE-7584B307AB73}" destId="{27FD6955-0793-40B2-B2B8-8FC4CFBE8443}" srcOrd="0" destOrd="0" parTransId="{CF926B6E-FDD8-4C96-B2E6-E8CA2BA3F7E3}" sibTransId="{4BE13E0B-3770-4B37-92B8-9841C9C8E02A}"/>
    <dgm:cxn modelId="{40608CC9-6E04-4031-83C5-CD3AD44AB839}" type="presOf" srcId="{C275591B-10D3-4579-85A8-956D53FBB195}" destId="{4EB9BDCD-A72F-487C-86A1-989D67AE4EE9}" srcOrd="0" destOrd="0" presId="urn:microsoft.com/office/officeart/2005/8/layout/process4"/>
    <dgm:cxn modelId="{AF093EFE-4589-4787-AC7B-30E15F0E6A0E}" type="presOf" srcId="{E3350A92-97E1-444E-97EA-C745E1280706}" destId="{1422C9E4-ADC4-4207-81A7-46BF49EDC432}" srcOrd="0" destOrd="0" presId="urn:microsoft.com/office/officeart/2005/8/layout/process4"/>
    <dgm:cxn modelId="{A20A3123-C676-4A6A-B4E0-71409668852B}" type="presParOf" srcId="{DC37B138-5BF4-49DD-A6BF-3B34B975E66F}" destId="{C60E9443-E228-4B57-96D8-20FD937026A1}" srcOrd="0" destOrd="0" presId="urn:microsoft.com/office/officeart/2005/8/layout/process4"/>
    <dgm:cxn modelId="{47226079-55C4-406B-8375-004AD31FA779}" type="presParOf" srcId="{C60E9443-E228-4B57-96D8-20FD937026A1}" destId="{4EB9BDCD-A72F-487C-86A1-989D67AE4EE9}" srcOrd="0" destOrd="0" presId="urn:microsoft.com/office/officeart/2005/8/layout/process4"/>
    <dgm:cxn modelId="{24351CBD-DAAB-4D7D-AD99-96A01EE9A306}" type="presParOf" srcId="{C60E9443-E228-4B57-96D8-20FD937026A1}" destId="{B7DEF383-40FC-4F57-83C8-DFDFE6A6BD90}" srcOrd="1" destOrd="0" presId="urn:microsoft.com/office/officeart/2005/8/layout/process4"/>
    <dgm:cxn modelId="{5BE5423B-463F-4BBA-BCD4-9ED688506FD3}" type="presParOf" srcId="{C60E9443-E228-4B57-96D8-20FD937026A1}" destId="{3E421114-047E-4A74-9466-826D14F9F06F}" srcOrd="2" destOrd="0" presId="urn:microsoft.com/office/officeart/2005/8/layout/process4"/>
    <dgm:cxn modelId="{B03EEC3D-838E-4682-9387-CF68A18834F4}" type="presParOf" srcId="{3E421114-047E-4A74-9466-826D14F9F06F}" destId="{F425E236-107E-4235-B8D9-E1B1A1ABA824}" srcOrd="0" destOrd="0" presId="urn:microsoft.com/office/officeart/2005/8/layout/process4"/>
    <dgm:cxn modelId="{3130A58C-FA16-4744-B0EE-D4245606CBBB}" type="presParOf" srcId="{3E421114-047E-4A74-9466-826D14F9F06F}" destId="{1422C9E4-ADC4-4207-81A7-46BF49EDC432}" srcOrd="1" destOrd="0" presId="urn:microsoft.com/office/officeart/2005/8/layout/process4"/>
    <dgm:cxn modelId="{FA8184CB-2130-4D5C-81EA-F6B5E1E1EF33}" type="presParOf" srcId="{DC37B138-5BF4-49DD-A6BF-3B34B975E66F}" destId="{A73C7692-0144-4AE6-A385-DDF178BB1A29}" srcOrd="1" destOrd="0" presId="urn:microsoft.com/office/officeart/2005/8/layout/process4"/>
    <dgm:cxn modelId="{CA76DADB-5F81-4518-96AB-6574AFAA549B}" type="presParOf" srcId="{DC37B138-5BF4-49DD-A6BF-3B34B975E66F}" destId="{63DA870A-719E-4E72-A146-3EBE76ABCDFF}" srcOrd="2" destOrd="0" presId="urn:microsoft.com/office/officeart/2005/8/layout/process4"/>
    <dgm:cxn modelId="{6B591B2D-B106-4DB6-AAB7-8B77A3AADA82}" type="presParOf" srcId="{63DA870A-719E-4E72-A146-3EBE76ABCDFF}" destId="{C5A10644-F08E-4515-9F1F-3875FA0B5BFE}" srcOrd="0" destOrd="0" presId="urn:microsoft.com/office/officeart/2005/8/layout/process4"/>
    <dgm:cxn modelId="{A51030D9-5A6A-4C2A-8B72-689B09E14E36}" type="presParOf" srcId="{63DA870A-719E-4E72-A146-3EBE76ABCDFF}" destId="{79A7CEB1-545C-478B-8D78-0AA584E4B9A4}" srcOrd="1" destOrd="0" presId="urn:microsoft.com/office/officeart/2005/8/layout/process4"/>
    <dgm:cxn modelId="{13E55E7A-37A0-4CD3-8C0A-840C8CD9DA82}" type="presParOf" srcId="{63DA870A-719E-4E72-A146-3EBE76ABCDFF}" destId="{73BA0A00-8DD6-43AB-B98C-5C2B105D1F1B}" srcOrd="2" destOrd="0" presId="urn:microsoft.com/office/officeart/2005/8/layout/process4"/>
    <dgm:cxn modelId="{BDDE2C26-6AF8-43CA-952E-753583FC7C13}" type="presParOf" srcId="{73BA0A00-8DD6-43AB-B98C-5C2B105D1F1B}" destId="{17D6E9FB-56EC-4373-B4B3-DBF339D40C13}" srcOrd="0" destOrd="0" presId="urn:microsoft.com/office/officeart/2005/8/layout/process4"/>
    <dgm:cxn modelId="{E6B4C091-2276-4508-886B-85C48C61C8D2}" type="presParOf" srcId="{73BA0A00-8DD6-43AB-B98C-5C2B105D1F1B}" destId="{C2636761-227F-4A55-9075-E526997EE27D}" srcOrd="1" destOrd="0" presId="urn:microsoft.com/office/officeart/2005/8/layout/process4"/>
    <dgm:cxn modelId="{C540A0FF-7E24-4F23-9084-1021FD75C165}" type="presParOf" srcId="{73BA0A00-8DD6-43AB-B98C-5C2B105D1F1B}" destId="{A52994DD-8512-4BED-8F52-0B5E435AC30D}" srcOrd="2" destOrd="0" presId="urn:microsoft.com/office/officeart/2005/8/layout/process4"/>
    <dgm:cxn modelId="{D1818757-CFA9-44B7-A129-A86F2378430F}" type="presParOf" srcId="{73BA0A00-8DD6-43AB-B98C-5C2B105D1F1B}" destId="{BC2DE9B2-12DE-4968-B112-4842427781D9}" srcOrd="3" destOrd="0" presId="urn:microsoft.com/office/officeart/2005/8/layout/process4"/>
    <dgm:cxn modelId="{A1A0407C-3F09-45D6-80F3-F7A441C1623A}" type="presParOf" srcId="{DC37B138-5BF4-49DD-A6BF-3B34B975E66F}" destId="{FA147B4B-694E-4A00-95BC-9211AAF174A5}" srcOrd="3" destOrd="0" presId="urn:microsoft.com/office/officeart/2005/8/layout/process4"/>
    <dgm:cxn modelId="{0BEDD007-8032-4B78-8975-CB60C24314A5}" type="presParOf" srcId="{DC37B138-5BF4-49DD-A6BF-3B34B975E66F}" destId="{4CCF8F2B-4705-4106-B8D2-39658C631184}" srcOrd="4" destOrd="0" presId="urn:microsoft.com/office/officeart/2005/8/layout/process4"/>
    <dgm:cxn modelId="{89E6EB42-2469-443A-B054-C9480908ED01}" type="presParOf" srcId="{4CCF8F2B-4705-4106-B8D2-39658C631184}" destId="{8259892F-5C0B-4605-9743-901C43ECD3A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528BA4-5B2D-45A3-8FBA-12EFC9C81A29}" type="doc">
      <dgm:prSet loTypeId="urn:microsoft.com/office/officeart/2005/8/layout/defaul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469239-FD7A-4CCC-85A1-0870F61B793B}">
      <dgm:prSet/>
      <dgm:spPr/>
      <dgm:t>
        <a:bodyPr/>
        <a:lstStyle/>
        <a:p>
          <a:r>
            <a:rPr lang="en-US" b="1"/>
            <a:t>Interactive Patient Scenarios</a:t>
          </a:r>
          <a:r>
            <a:rPr lang="en-US"/>
            <a:t> - Realistic cases based on EMT protocols</a:t>
          </a:r>
        </a:p>
      </dgm:t>
    </dgm:pt>
    <dgm:pt modelId="{64C771E6-AA65-4676-96CA-9F21C87960DF}" type="parTrans" cxnId="{EF189EE0-2AD1-47D8-BF12-F86621CC9914}">
      <dgm:prSet/>
      <dgm:spPr/>
      <dgm:t>
        <a:bodyPr/>
        <a:lstStyle/>
        <a:p>
          <a:endParaRPr lang="en-US"/>
        </a:p>
      </dgm:t>
    </dgm:pt>
    <dgm:pt modelId="{C1AB2333-B2AC-4368-9849-5E4E7C1F1E61}" type="sibTrans" cxnId="{EF189EE0-2AD1-47D8-BF12-F86621CC9914}">
      <dgm:prSet/>
      <dgm:spPr/>
      <dgm:t>
        <a:bodyPr/>
        <a:lstStyle/>
        <a:p>
          <a:endParaRPr lang="en-US"/>
        </a:p>
      </dgm:t>
    </dgm:pt>
    <dgm:pt modelId="{59D1DD13-C882-4AFB-96A2-6008A4705C10}">
      <dgm:prSet/>
      <dgm:spPr/>
      <dgm:t>
        <a:bodyPr/>
        <a:lstStyle/>
        <a:p>
          <a:r>
            <a:rPr lang="en-US" b="1" dirty="0"/>
            <a:t>AI Teaching Agent</a:t>
          </a:r>
          <a:r>
            <a:rPr lang="en-US" dirty="0"/>
            <a:t> - Socratic method coaching and guidance</a:t>
          </a:r>
        </a:p>
      </dgm:t>
    </dgm:pt>
    <dgm:pt modelId="{BA7E0B5F-C302-4BD2-A28C-BB989DBC6251}" type="parTrans" cxnId="{B2B76D63-C8F4-4F46-81D9-C5EE99CC322B}">
      <dgm:prSet/>
      <dgm:spPr/>
      <dgm:t>
        <a:bodyPr/>
        <a:lstStyle/>
        <a:p>
          <a:endParaRPr lang="en-US"/>
        </a:p>
      </dgm:t>
    </dgm:pt>
    <dgm:pt modelId="{9E84BA02-E1C9-48ED-A1FE-54A045996B5B}" type="sibTrans" cxnId="{B2B76D63-C8F4-4F46-81D9-C5EE99CC322B}">
      <dgm:prSet/>
      <dgm:spPr/>
      <dgm:t>
        <a:bodyPr/>
        <a:lstStyle/>
        <a:p>
          <a:endParaRPr lang="en-US"/>
        </a:p>
      </dgm:t>
    </dgm:pt>
    <dgm:pt modelId="{C1C97CD3-EA45-4D36-AA42-78577259FB9E}">
      <dgm:prSet/>
      <dgm:spPr/>
      <dgm:t>
        <a:bodyPr/>
        <a:lstStyle/>
        <a:p>
          <a:r>
            <a:rPr lang="en-US" b="1"/>
            <a:t>Adaptive Triage Decision Trees</a:t>
          </a:r>
          <a:r>
            <a:rPr lang="en-US"/>
            <a:t> - Multi-path scenarios based on choices</a:t>
          </a:r>
        </a:p>
      </dgm:t>
    </dgm:pt>
    <dgm:pt modelId="{12A50FCE-42DF-4080-8797-723059269F0D}" type="parTrans" cxnId="{98DAC87F-BE56-4080-B480-7324453F6584}">
      <dgm:prSet/>
      <dgm:spPr/>
      <dgm:t>
        <a:bodyPr/>
        <a:lstStyle/>
        <a:p>
          <a:endParaRPr lang="en-US"/>
        </a:p>
      </dgm:t>
    </dgm:pt>
    <dgm:pt modelId="{8698DDD8-AD27-40C5-B191-C23E624615ED}" type="sibTrans" cxnId="{98DAC87F-BE56-4080-B480-7324453F6584}">
      <dgm:prSet/>
      <dgm:spPr/>
      <dgm:t>
        <a:bodyPr/>
        <a:lstStyle/>
        <a:p>
          <a:endParaRPr lang="en-US"/>
        </a:p>
      </dgm:t>
    </dgm:pt>
    <dgm:pt modelId="{DDCE7A0A-F403-46D0-94F3-EF3F7DB65A59}">
      <dgm:prSet/>
      <dgm:spPr/>
      <dgm:t>
        <a:bodyPr/>
        <a:lstStyle/>
        <a:p>
          <a:r>
            <a:rPr lang="en-US" b="1"/>
            <a:t>Real-time Performance Coaching</a:t>
          </a:r>
          <a:r>
            <a:rPr lang="en-US"/>
            <a:t> - Immediate, personalized feedback</a:t>
          </a:r>
        </a:p>
      </dgm:t>
    </dgm:pt>
    <dgm:pt modelId="{77BDF127-1E42-4EB7-BB69-0A775D66B3F9}" type="parTrans" cxnId="{92B1E4D7-530C-414E-AD08-CEB14ED19CB6}">
      <dgm:prSet/>
      <dgm:spPr/>
      <dgm:t>
        <a:bodyPr/>
        <a:lstStyle/>
        <a:p>
          <a:endParaRPr lang="en-US"/>
        </a:p>
      </dgm:t>
    </dgm:pt>
    <dgm:pt modelId="{60479C8D-3A26-4751-A7B5-33C056DA6EC8}" type="sibTrans" cxnId="{92B1E4D7-530C-414E-AD08-CEB14ED19CB6}">
      <dgm:prSet/>
      <dgm:spPr/>
      <dgm:t>
        <a:bodyPr/>
        <a:lstStyle/>
        <a:p>
          <a:endParaRPr lang="en-US"/>
        </a:p>
      </dgm:t>
    </dgm:pt>
    <dgm:pt modelId="{DFAB8AD6-6EB0-47F1-82F8-0A26AD3D11FC}">
      <dgm:prSet/>
      <dgm:spPr/>
      <dgm:t>
        <a:bodyPr/>
        <a:lstStyle/>
        <a:p>
          <a:r>
            <a:rPr lang="en-US" b="1"/>
            <a:t>Learning Analytics</a:t>
          </a:r>
          <a:r>
            <a:rPr lang="en-US"/>
            <a:t> - Detailed progress tracking over time</a:t>
          </a:r>
        </a:p>
      </dgm:t>
    </dgm:pt>
    <dgm:pt modelId="{60031084-4C17-4927-A1A6-1F34ECE03174}" type="parTrans" cxnId="{64CDE9A0-05E1-4AFB-8EF5-0368395F0C93}">
      <dgm:prSet/>
      <dgm:spPr/>
      <dgm:t>
        <a:bodyPr/>
        <a:lstStyle/>
        <a:p>
          <a:endParaRPr lang="en-US"/>
        </a:p>
      </dgm:t>
    </dgm:pt>
    <dgm:pt modelId="{7EF0A2B7-8620-413E-9B73-04DC19DA59AD}" type="sibTrans" cxnId="{64CDE9A0-05E1-4AFB-8EF5-0368395F0C93}">
      <dgm:prSet/>
      <dgm:spPr/>
      <dgm:t>
        <a:bodyPr/>
        <a:lstStyle/>
        <a:p>
          <a:endParaRPr lang="en-US"/>
        </a:p>
      </dgm:t>
    </dgm:pt>
    <dgm:pt modelId="{3446C332-85A3-451A-8E46-0FD031297D91}">
      <dgm:prSet/>
      <dgm:spPr/>
      <dgm:t>
        <a:bodyPr/>
        <a:lstStyle/>
        <a:p>
          <a:r>
            <a:rPr lang="en-US" b="1"/>
            <a:t>Adaptive Difficulty System</a:t>
          </a:r>
          <a:r>
            <a:rPr lang="en-US"/>
            <a:t> - AI adjusts complexity to skill level</a:t>
          </a:r>
        </a:p>
      </dgm:t>
    </dgm:pt>
    <dgm:pt modelId="{57BA6CBF-0664-4981-A5F2-A79A7A92C235}" type="parTrans" cxnId="{A58FF55E-D21A-46A6-9ADF-7D8B23AF924C}">
      <dgm:prSet/>
      <dgm:spPr/>
      <dgm:t>
        <a:bodyPr/>
        <a:lstStyle/>
        <a:p>
          <a:endParaRPr lang="en-US"/>
        </a:p>
      </dgm:t>
    </dgm:pt>
    <dgm:pt modelId="{86B5B358-68E9-4494-A7BF-27E0D392F717}" type="sibTrans" cxnId="{A58FF55E-D21A-46A6-9ADF-7D8B23AF924C}">
      <dgm:prSet/>
      <dgm:spPr/>
      <dgm:t>
        <a:bodyPr/>
        <a:lstStyle/>
        <a:p>
          <a:endParaRPr lang="en-US"/>
        </a:p>
      </dgm:t>
    </dgm:pt>
    <dgm:pt modelId="{86A918FF-36CD-40C3-9455-07D1FB8A35B3}">
      <dgm:prSet/>
      <dgm:spPr/>
      <dgm:t>
        <a:bodyPr/>
        <a:lstStyle/>
        <a:p>
          <a:r>
            <a:rPr lang="en-US" b="1"/>
            <a:t>Instructor Dashboard</a:t>
          </a:r>
          <a:r>
            <a:rPr lang="en-US"/>
            <a:t> - Classroom management and   progress monitoring</a:t>
          </a:r>
        </a:p>
      </dgm:t>
    </dgm:pt>
    <dgm:pt modelId="{31331AB4-0AFF-4487-80B2-6FE2D81DC716}" type="parTrans" cxnId="{F270CB05-DA17-41F7-B503-689036BE6EB2}">
      <dgm:prSet/>
      <dgm:spPr/>
      <dgm:t>
        <a:bodyPr/>
        <a:lstStyle/>
        <a:p>
          <a:endParaRPr lang="en-US"/>
        </a:p>
      </dgm:t>
    </dgm:pt>
    <dgm:pt modelId="{B6656E1C-F30F-4911-9D3B-187C9BBDC0BF}" type="sibTrans" cxnId="{F270CB05-DA17-41F7-B503-689036BE6EB2}">
      <dgm:prSet/>
      <dgm:spPr/>
      <dgm:t>
        <a:bodyPr/>
        <a:lstStyle/>
        <a:p>
          <a:endParaRPr lang="en-US"/>
        </a:p>
      </dgm:t>
    </dgm:pt>
    <dgm:pt modelId="{94DBF93A-F09B-4FF9-9E4C-08E5DBECD3ED}" type="pres">
      <dgm:prSet presAssocID="{68528BA4-5B2D-45A3-8FBA-12EFC9C81A29}" presName="diagram" presStyleCnt="0">
        <dgm:presLayoutVars>
          <dgm:dir/>
          <dgm:resizeHandles val="exact"/>
        </dgm:presLayoutVars>
      </dgm:prSet>
      <dgm:spPr/>
    </dgm:pt>
    <dgm:pt modelId="{F8BCA7A4-4A95-4951-821D-8B4BB3A0E3ED}" type="pres">
      <dgm:prSet presAssocID="{06469239-FD7A-4CCC-85A1-0870F61B793B}" presName="node" presStyleLbl="node1" presStyleIdx="0" presStyleCnt="7">
        <dgm:presLayoutVars>
          <dgm:bulletEnabled val="1"/>
        </dgm:presLayoutVars>
      </dgm:prSet>
      <dgm:spPr/>
    </dgm:pt>
    <dgm:pt modelId="{D546BFC9-B5EB-42A1-B2E7-488F951E9563}" type="pres">
      <dgm:prSet presAssocID="{C1AB2333-B2AC-4368-9849-5E4E7C1F1E61}" presName="sibTrans" presStyleCnt="0"/>
      <dgm:spPr/>
    </dgm:pt>
    <dgm:pt modelId="{8D98CB0A-252F-4D8B-8AB5-40DE86C1FC6A}" type="pres">
      <dgm:prSet presAssocID="{59D1DD13-C882-4AFB-96A2-6008A4705C10}" presName="node" presStyleLbl="node1" presStyleIdx="1" presStyleCnt="7">
        <dgm:presLayoutVars>
          <dgm:bulletEnabled val="1"/>
        </dgm:presLayoutVars>
      </dgm:prSet>
      <dgm:spPr/>
    </dgm:pt>
    <dgm:pt modelId="{C9AD0C39-F19B-4AF8-9B1D-ACC12AE883FF}" type="pres">
      <dgm:prSet presAssocID="{9E84BA02-E1C9-48ED-A1FE-54A045996B5B}" presName="sibTrans" presStyleCnt="0"/>
      <dgm:spPr/>
    </dgm:pt>
    <dgm:pt modelId="{86ABEFC5-106F-4ECB-BECE-F86A1DE7190A}" type="pres">
      <dgm:prSet presAssocID="{C1C97CD3-EA45-4D36-AA42-78577259FB9E}" presName="node" presStyleLbl="node1" presStyleIdx="2" presStyleCnt="7">
        <dgm:presLayoutVars>
          <dgm:bulletEnabled val="1"/>
        </dgm:presLayoutVars>
      </dgm:prSet>
      <dgm:spPr/>
    </dgm:pt>
    <dgm:pt modelId="{468B4879-1466-4718-9D5C-93D572B12ACF}" type="pres">
      <dgm:prSet presAssocID="{8698DDD8-AD27-40C5-B191-C23E624615ED}" presName="sibTrans" presStyleCnt="0"/>
      <dgm:spPr/>
    </dgm:pt>
    <dgm:pt modelId="{6106B17E-8090-404D-A93E-D3535512BD41}" type="pres">
      <dgm:prSet presAssocID="{DDCE7A0A-F403-46D0-94F3-EF3F7DB65A59}" presName="node" presStyleLbl="node1" presStyleIdx="3" presStyleCnt="7">
        <dgm:presLayoutVars>
          <dgm:bulletEnabled val="1"/>
        </dgm:presLayoutVars>
      </dgm:prSet>
      <dgm:spPr/>
    </dgm:pt>
    <dgm:pt modelId="{E28F9586-2300-4BF3-A73B-435B44FD6D50}" type="pres">
      <dgm:prSet presAssocID="{60479C8D-3A26-4751-A7B5-33C056DA6EC8}" presName="sibTrans" presStyleCnt="0"/>
      <dgm:spPr/>
    </dgm:pt>
    <dgm:pt modelId="{727C8BA6-C2C8-4EA7-B83C-EB5570BB7F0C}" type="pres">
      <dgm:prSet presAssocID="{DFAB8AD6-6EB0-47F1-82F8-0A26AD3D11FC}" presName="node" presStyleLbl="node1" presStyleIdx="4" presStyleCnt="7">
        <dgm:presLayoutVars>
          <dgm:bulletEnabled val="1"/>
        </dgm:presLayoutVars>
      </dgm:prSet>
      <dgm:spPr/>
    </dgm:pt>
    <dgm:pt modelId="{98A127BA-3446-4EF2-9F30-2AFCEF9090EC}" type="pres">
      <dgm:prSet presAssocID="{7EF0A2B7-8620-413E-9B73-04DC19DA59AD}" presName="sibTrans" presStyleCnt="0"/>
      <dgm:spPr/>
    </dgm:pt>
    <dgm:pt modelId="{0871E021-49B4-436C-905C-D3B349840298}" type="pres">
      <dgm:prSet presAssocID="{3446C332-85A3-451A-8E46-0FD031297D91}" presName="node" presStyleLbl="node1" presStyleIdx="5" presStyleCnt="7">
        <dgm:presLayoutVars>
          <dgm:bulletEnabled val="1"/>
        </dgm:presLayoutVars>
      </dgm:prSet>
      <dgm:spPr/>
    </dgm:pt>
    <dgm:pt modelId="{DA50F15F-919C-447C-B811-8A72C1EB67F7}" type="pres">
      <dgm:prSet presAssocID="{86B5B358-68E9-4494-A7BF-27E0D392F717}" presName="sibTrans" presStyleCnt="0"/>
      <dgm:spPr/>
    </dgm:pt>
    <dgm:pt modelId="{227F10E4-A480-45D8-8943-A0644F7E6EDA}" type="pres">
      <dgm:prSet presAssocID="{86A918FF-36CD-40C3-9455-07D1FB8A35B3}" presName="node" presStyleLbl="node1" presStyleIdx="6" presStyleCnt="7">
        <dgm:presLayoutVars>
          <dgm:bulletEnabled val="1"/>
        </dgm:presLayoutVars>
      </dgm:prSet>
      <dgm:spPr/>
    </dgm:pt>
  </dgm:ptLst>
  <dgm:cxnLst>
    <dgm:cxn modelId="{F270CB05-DA17-41F7-B503-689036BE6EB2}" srcId="{68528BA4-5B2D-45A3-8FBA-12EFC9C81A29}" destId="{86A918FF-36CD-40C3-9455-07D1FB8A35B3}" srcOrd="6" destOrd="0" parTransId="{31331AB4-0AFF-4487-80B2-6FE2D81DC716}" sibTransId="{B6656E1C-F30F-4911-9D3B-187C9BBDC0BF}"/>
    <dgm:cxn modelId="{E792E109-39C5-4D43-A0C7-2568383B548E}" type="presOf" srcId="{C1C97CD3-EA45-4D36-AA42-78577259FB9E}" destId="{86ABEFC5-106F-4ECB-BECE-F86A1DE7190A}" srcOrd="0" destOrd="0" presId="urn:microsoft.com/office/officeart/2005/8/layout/default"/>
    <dgm:cxn modelId="{1C239714-DEB2-43D9-BDFC-A0291AE95891}" type="presOf" srcId="{06469239-FD7A-4CCC-85A1-0870F61B793B}" destId="{F8BCA7A4-4A95-4951-821D-8B4BB3A0E3ED}" srcOrd="0" destOrd="0" presId="urn:microsoft.com/office/officeart/2005/8/layout/default"/>
    <dgm:cxn modelId="{0AE3CE27-A7CC-48C0-B61A-BC1CFDDB12A1}" type="presOf" srcId="{59D1DD13-C882-4AFB-96A2-6008A4705C10}" destId="{8D98CB0A-252F-4D8B-8AB5-40DE86C1FC6A}" srcOrd="0" destOrd="0" presId="urn:microsoft.com/office/officeart/2005/8/layout/default"/>
    <dgm:cxn modelId="{F659D02E-B6BD-4444-9102-FA0EA203F6D4}" type="presOf" srcId="{3446C332-85A3-451A-8E46-0FD031297D91}" destId="{0871E021-49B4-436C-905C-D3B349840298}" srcOrd="0" destOrd="0" presId="urn:microsoft.com/office/officeart/2005/8/layout/default"/>
    <dgm:cxn modelId="{A58FF55E-D21A-46A6-9ADF-7D8B23AF924C}" srcId="{68528BA4-5B2D-45A3-8FBA-12EFC9C81A29}" destId="{3446C332-85A3-451A-8E46-0FD031297D91}" srcOrd="5" destOrd="0" parTransId="{57BA6CBF-0664-4981-A5F2-A79A7A92C235}" sibTransId="{86B5B358-68E9-4494-A7BF-27E0D392F717}"/>
    <dgm:cxn modelId="{B2B76D63-C8F4-4F46-81D9-C5EE99CC322B}" srcId="{68528BA4-5B2D-45A3-8FBA-12EFC9C81A29}" destId="{59D1DD13-C882-4AFB-96A2-6008A4705C10}" srcOrd="1" destOrd="0" parTransId="{BA7E0B5F-C302-4BD2-A28C-BB989DBC6251}" sibTransId="{9E84BA02-E1C9-48ED-A1FE-54A045996B5B}"/>
    <dgm:cxn modelId="{98DAC87F-BE56-4080-B480-7324453F6584}" srcId="{68528BA4-5B2D-45A3-8FBA-12EFC9C81A29}" destId="{C1C97CD3-EA45-4D36-AA42-78577259FB9E}" srcOrd="2" destOrd="0" parTransId="{12A50FCE-42DF-4080-8797-723059269F0D}" sibTransId="{8698DDD8-AD27-40C5-B191-C23E624615ED}"/>
    <dgm:cxn modelId="{31B10C9C-2917-4618-9CAB-D5ECAF0FBC2F}" type="presOf" srcId="{86A918FF-36CD-40C3-9455-07D1FB8A35B3}" destId="{227F10E4-A480-45D8-8943-A0644F7E6EDA}" srcOrd="0" destOrd="0" presId="urn:microsoft.com/office/officeart/2005/8/layout/default"/>
    <dgm:cxn modelId="{F42CD69D-84EB-4A3E-849C-5C9A756CD5DF}" type="presOf" srcId="{DDCE7A0A-F403-46D0-94F3-EF3F7DB65A59}" destId="{6106B17E-8090-404D-A93E-D3535512BD41}" srcOrd="0" destOrd="0" presId="urn:microsoft.com/office/officeart/2005/8/layout/default"/>
    <dgm:cxn modelId="{64CDE9A0-05E1-4AFB-8EF5-0368395F0C93}" srcId="{68528BA4-5B2D-45A3-8FBA-12EFC9C81A29}" destId="{DFAB8AD6-6EB0-47F1-82F8-0A26AD3D11FC}" srcOrd="4" destOrd="0" parTransId="{60031084-4C17-4927-A1A6-1F34ECE03174}" sibTransId="{7EF0A2B7-8620-413E-9B73-04DC19DA59AD}"/>
    <dgm:cxn modelId="{22D314B2-5067-45B7-AA70-F5A1C23561F6}" type="presOf" srcId="{DFAB8AD6-6EB0-47F1-82F8-0A26AD3D11FC}" destId="{727C8BA6-C2C8-4EA7-B83C-EB5570BB7F0C}" srcOrd="0" destOrd="0" presId="urn:microsoft.com/office/officeart/2005/8/layout/default"/>
    <dgm:cxn modelId="{92B1E4D7-530C-414E-AD08-CEB14ED19CB6}" srcId="{68528BA4-5B2D-45A3-8FBA-12EFC9C81A29}" destId="{DDCE7A0A-F403-46D0-94F3-EF3F7DB65A59}" srcOrd="3" destOrd="0" parTransId="{77BDF127-1E42-4EB7-BB69-0A775D66B3F9}" sibTransId="{60479C8D-3A26-4751-A7B5-33C056DA6EC8}"/>
    <dgm:cxn modelId="{EF189EE0-2AD1-47D8-BF12-F86621CC9914}" srcId="{68528BA4-5B2D-45A3-8FBA-12EFC9C81A29}" destId="{06469239-FD7A-4CCC-85A1-0870F61B793B}" srcOrd="0" destOrd="0" parTransId="{64C771E6-AA65-4676-96CA-9F21C87960DF}" sibTransId="{C1AB2333-B2AC-4368-9849-5E4E7C1F1E61}"/>
    <dgm:cxn modelId="{194838EB-A359-4FB7-90B2-2D2D7A51C534}" type="presOf" srcId="{68528BA4-5B2D-45A3-8FBA-12EFC9C81A29}" destId="{94DBF93A-F09B-4FF9-9E4C-08E5DBECD3ED}" srcOrd="0" destOrd="0" presId="urn:microsoft.com/office/officeart/2005/8/layout/default"/>
    <dgm:cxn modelId="{0C794AE5-913A-4323-A343-FC2BBD47A868}" type="presParOf" srcId="{94DBF93A-F09B-4FF9-9E4C-08E5DBECD3ED}" destId="{F8BCA7A4-4A95-4951-821D-8B4BB3A0E3ED}" srcOrd="0" destOrd="0" presId="urn:microsoft.com/office/officeart/2005/8/layout/default"/>
    <dgm:cxn modelId="{7EA9E611-213D-4444-B104-17BF66844FB4}" type="presParOf" srcId="{94DBF93A-F09B-4FF9-9E4C-08E5DBECD3ED}" destId="{D546BFC9-B5EB-42A1-B2E7-488F951E9563}" srcOrd="1" destOrd="0" presId="urn:microsoft.com/office/officeart/2005/8/layout/default"/>
    <dgm:cxn modelId="{4854DCE9-0067-456B-BB60-86F9074AB64C}" type="presParOf" srcId="{94DBF93A-F09B-4FF9-9E4C-08E5DBECD3ED}" destId="{8D98CB0A-252F-4D8B-8AB5-40DE86C1FC6A}" srcOrd="2" destOrd="0" presId="urn:microsoft.com/office/officeart/2005/8/layout/default"/>
    <dgm:cxn modelId="{E62A2CEC-67D3-46B8-A838-719245A48330}" type="presParOf" srcId="{94DBF93A-F09B-4FF9-9E4C-08E5DBECD3ED}" destId="{C9AD0C39-F19B-4AF8-9B1D-ACC12AE883FF}" srcOrd="3" destOrd="0" presId="urn:microsoft.com/office/officeart/2005/8/layout/default"/>
    <dgm:cxn modelId="{0C992273-D868-4542-8366-522C6F8D85A8}" type="presParOf" srcId="{94DBF93A-F09B-4FF9-9E4C-08E5DBECD3ED}" destId="{86ABEFC5-106F-4ECB-BECE-F86A1DE7190A}" srcOrd="4" destOrd="0" presId="urn:microsoft.com/office/officeart/2005/8/layout/default"/>
    <dgm:cxn modelId="{649CAC0C-C476-4A36-9DEA-89603C21E791}" type="presParOf" srcId="{94DBF93A-F09B-4FF9-9E4C-08E5DBECD3ED}" destId="{468B4879-1466-4718-9D5C-93D572B12ACF}" srcOrd="5" destOrd="0" presId="urn:microsoft.com/office/officeart/2005/8/layout/default"/>
    <dgm:cxn modelId="{7C6D0DF7-C822-4A97-A87F-B776FC233159}" type="presParOf" srcId="{94DBF93A-F09B-4FF9-9E4C-08E5DBECD3ED}" destId="{6106B17E-8090-404D-A93E-D3535512BD41}" srcOrd="6" destOrd="0" presId="urn:microsoft.com/office/officeart/2005/8/layout/default"/>
    <dgm:cxn modelId="{81E71E75-D1C6-499B-AE55-49D1486E9B70}" type="presParOf" srcId="{94DBF93A-F09B-4FF9-9E4C-08E5DBECD3ED}" destId="{E28F9586-2300-4BF3-A73B-435B44FD6D50}" srcOrd="7" destOrd="0" presId="urn:microsoft.com/office/officeart/2005/8/layout/default"/>
    <dgm:cxn modelId="{B83147D6-DF4F-4645-BD25-9AF26EB6AE96}" type="presParOf" srcId="{94DBF93A-F09B-4FF9-9E4C-08E5DBECD3ED}" destId="{727C8BA6-C2C8-4EA7-B83C-EB5570BB7F0C}" srcOrd="8" destOrd="0" presId="urn:microsoft.com/office/officeart/2005/8/layout/default"/>
    <dgm:cxn modelId="{92EDDDF9-CAD1-4798-813C-AFD28ECE1E4D}" type="presParOf" srcId="{94DBF93A-F09B-4FF9-9E4C-08E5DBECD3ED}" destId="{98A127BA-3446-4EF2-9F30-2AFCEF9090EC}" srcOrd="9" destOrd="0" presId="urn:microsoft.com/office/officeart/2005/8/layout/default"/>
    <dgm:cxn modelId="{D211C98D-A800-438A-B839-8BFAD0148258}" type="presParOf" srcId="{94DBF93A-F09B-4FF9-9E4C-08E5DBECD3ED}" destId="{0871E021-49B4-436C-905C-D3B349840298}" srcOrd="10" destOrd="0" presId="urn:microsoft.com/office/officeart/2005/8/layout/default"/>
    <dgm:cxn modelId="{2CCE0D76-0126-4F12-9C39-F364063AC9B1}" type="presParOf" srcId="{94DBF93A-F09B-4FF9-9E4C-08E5DBECD3ED}" destId="{DA50F15F-919C-447C-B811-8A72C1EB67F7}" srcOrd="11" destOrd="0" presId="urn:microsoft.com/office/officeart/2005/8/layout/default"/>
    <dgm:cxn modelId="{C898651E-7FFA-4431-9D2A-7091075F7DCB}" type="presParOf" srcId="{94DBF93A-F09B-4FF9-9E4C-08E5DBECD3ED}" destId="{227F10E4-A480-45D8-8943-A0644F7E6ED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3094A1-8009-42ED-8C82-A22FB2F04638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45F9777-C522-4AC4-B737-E86F97B79CA4}">
      <dgm:prSet custT="1"/>
      <dgm:spPr/>
      <dgm:t>
        <a:bodyPr/>
        <a:lstStyle/>
        <a:p>
          <a:r>
            <a:rPr lang="en-US" sz="1800" b="1" dirty="0"/>
            <a:t>Learning Effectiveness:</a:t>
          </a:r>
        </a:p>
        <a:p>
          <a:endParaRPr lang="en-US" sz="1800" dirty="0"/>
        </a:p>
      </dgm:t>
    </dgm:pt>
    <dgm:pt modelId="{47E0189C-C500-4AA6-8927-1ECF8459587A}" type="parTrans" cxnId="{FAB7A5E6-9891-4426-BDC9-2B97002AB676}">
      <dgm:prSet/>
      <dgm:spPr/>
      <dgm:t>
        <a:bodyPr/>
        <a:lstStyle/>
        <a:p>
          <a:endParaRPr lang="en-US"/>
        </a:p>
      </dgm:t>
    </dgm:pt>
    <dgm:pt modelId="{61025929-7501-4F3C-9A47-4DF5F5980E03}" type="sibTrans" cxnId="{FAB7A5E6-9891-4426-BDC9-2B97002AB676}">
      <dgm:prSet/>
      <dgm:spPr/>
      <dgm:t>
        <a:bodyPr/>
        <a:lstStyle/>
        <a:p>
          <a:endParaRPr lang="en-US"/>
        </a:p>
      </dgm:t>
    </dgm:pt>
    <dgm:pt modelId="{3DEF4B73-7490-4770-8957-06D2E2DE208B}">
      <dgm:prSet custT="1"/>
      <dgm:spPr/>
      <dgm:t>
        <a:bodyPr/>
        <a:lstStyle/>
        <a:p>
          <a:r>
            <a:rPr lang="en-US" sz="1800" dirty="0"/>
            <a:t>20%+ improvement in scenario completion scores within the first month</a:t>
          </a:r>
        </a:p>
      </dgm:t>
    </dgm:pt>
    <dgm:pt modelId="{0927874C-0E1F-4C20-8D1A-C42B5844AED8}" type="parTrans" cxnId="{81426E03-E070-4019-A822-0A927CE3DAD2}">
      <dgm:prSet/>
      <dgm:spPr/>
      <dgm:t>
        <a:bodyPr/>
        <a:lstStyle/>
        <a:p>
          <a:endParaRPr lang="en-US"/>
        </a:p>
      </dgm:t>
    </dgm:pt>
    <dgm:pt modelId="{1ACFB8FA-A844-4F73-9FCE-02D6C2DC4AB9}" type="sibTrans" cxnId="{81426E03-E070-4019-A822-0A927CE3DAD2}">
      <dgm:prSet/>
      <dgm:spPr/>
      <dgm:t>
        <a:bodyPr/>
        <a:lstStyle/>
        <a:p>
          <a:endParaRPr lang="en-US"/>
        </a:p>
      </dgm:t>
    </dgm:pt>
    <dgm:pt modelId="{3ADFB2AB-4512-4A7A-BEC4-E120A4008BE4}">
      <dgm:prSet custT="1"/>
      <dgm:spPr/>
      <dgm:t>
        <a:bodyPr/>
        <a:lstStyle/>
        <a:p>
          <a:r>
            <a:rPr lang="en-US" sz="1800" dirty="0"/>
            <a:t>Reduced time-to-correct-decision in similar scenarios</a:t>
          </a:r>
        </a:p>
      </dgm:t>
    </dgm:pt>
    <dgm:pt modelId="{83626B32-6975-4C66-B3A7-8E96868D48B6}" type="parTrans" cxnId="{063D0EFE-8893-4104-AC56-342D9F34ADB5}">
      <dgm:prSet/>
      <dgm:spPr/>
      <dgm:t>
        <a:bodyPr/>
        <a:lstStyle/>
        <a:p>
          <a:endParaRPr lang="en-US"/>
        </a:p>
      </dgm:t>
    </dgm:pt>
    <dgm:pt modelId="{D2B1FF94-DEA3-41C6-B374-F2B8905DE0B9}" type="sibTrans" cxnId="{063D0EFE-8893-4104-AC56-342D9F34ADB5}">
      <dgm:prSet/>
      <dgm:spPr/>
      <dgm:t>
        <a:bodyPr/>
        <a:lstStyle/>
        <a:p>
          <a:endParaRPr lang="en-US"/>
        </a:p>
      </dgm:t>
    </dgm:pt>
    <dgm:pt modelId="{F0F4EDB6-55FF-4E9F-8C6F-A06491311E44}">
      <dgm:prSet custT="1"/>
      <dgm:spPr/>
      <dgm:t>
        <a:bodyPr/>
        <a:lstStyle/>
        <a:p>
          <a:r>
            <a:rPr lang="en-US" sz="1800" dirty="0"/>
            <a:t>Student-reported confidence increases in emergency situations</a:t>
          </a:r>
        </a:p>
      </dgm:t>
    </dgm:pt>
    <dgm:pt modelId="{832DBD3A-C8B5-4373-84E4-D51F0F3DD3E5}" type="parTrans" cxnId="{6FA8EF60-D784-44DD-BAF5-CFD21CA053F7}">
      <dgm:prSet/>
      <dgm:spPr/>
      <dgm:t>
        <a:bodyPr/>
        <a:lstStyle/>
        <a:p>
          <a:endParaRPr lang="en-US"/>
        </a:p>
      </dgm:t>
    </dgm:pt>
    <dgm:pt modelId="{993134E1-121D-4042-85E6-438B199E902B}" type="sibTrans" cxnId="{6FA8EF60-D784-44DD-BAF5-CFD21CA053F7}">
      <dgm:prSet/>
      <dgm:spPr/>
      <dgm:t>
        <a:bodyPr/>
        <a:lstStyle/>
        <a:p>
          <a:endParaRPr lang="en-US"/>
        </a:p>
      </dgm:t>
    </dgm:pt>
    <dgm:pt modelId="{4B17458C-3CB5-4FC7-9A77-E446B598A66A}">
      <dgm:prSet custT="1"/>
      <dgm:spPr/>
      <dgm:t>
        <a:bodyPr/>
        <a:lstStyle/>
        <a:p>
          <a:r>
            <a:rPr lang="en-US" sz="1800" b="1" dirty="0"/>
            <a:t>User Engagement:</a:t>
          </a:r>
        </a:p>
        <a:p>
          <a:endParaRPr lang="en-US" sz="1800" dirty="0"/>
        </a:p>
      </dgm:t>
    </dgm:pt>
    <dgm:pt modelId="{448438CF-2FFA-43EF-BC3B-138174F40F76}" type="parTrans" cxnId="{4F9C1140-1FF9-447D-9344-CC319AD459B7}">
      <dgm:prSet/>
      <dgm:spPr/>
      <dgm:t>
        <a:bodyPr/>
        <a:lstStyle/>
        <a:p>
          <a:endParaRPr lang="en-US"/>
        </a:p>
      </dgm:t>
    </dgm:pt>
    <dgm:pt modelId="{191BE08A-7013-4AE1-BD6E-9A0E3EEB02F2}" type="sibTrans" cxnId="{4F9C1140-1FF9-447D-9344-CC319AD459B7}">
      <dgm:prSet/>
      <dgm:spPr/>
      <dgm:t>
        <a:bodyPr/>
        <a:lstStyle/>
        <a:p>
          <a:endParaRPr lang="en-US"/>
        </a:p>
      </dgm:t>
    </dgm:pt>
    <dgm:pt modelId="{245B5804-D09C-4E14-9688-6AA992B43E69}">
      <dgm:prSet custT="1"/>
      <dgm:spPr/>
      <dgm:t>
        <a:bodyPr/>
        <a:lstStyle/>
        <a:p>
          <a:r>
            <a:rPr lang="en-US" sz="1800" dirty="0"/>
            <a:t>Average session duration &gt;15 minutes</a:t>
          </a:r>
        </a:p>
      </dgm:t>
    </dgm:pt>
    <dgm:pt modelId="{F8DA5AB0-8618-4243-A517-C6EED5E19DF1}" type="parTrans" cxnId="{1BDAB5BE-EB08-4513-B11C-AEE9AAF8C685}">
      <dgm:prSet/>
      <dgm:spPr/>
      <dgm:t>
        <a:bodyPr/>
        <a:lstStyle/>
        <a:p>
          <a:endParaRPr lang="en-US"/>
        </a:p>
      </dgm:t>
    </dgm:pt>
    <dgm:pt modelId="{462EF59C-3684-49BA-B336-1231B0B0DBED}" type="sibTrans" cxnId="{1BDAB5BE-EB08-4513-B11C-AEE9AAF8C685}">
      <dgm:prSet/>
      <dgm:spPr/>
      <dgm:t>
        <a:bodyPr/>
        <a:lstStyle/>
        <a:p>
          <a:endParaRPr lang="en-US"/>
        </a:p>
      </dgm:t>
    </dgm:pt>
    <dgm:pt modelId="{C8530673-48C9-49F0-9B26-417A537C8CF8}">
      <dgm:prSet custT="1"/>
      <dgm:spPr/>
      <dgm:t>
        <a:bodyPr/>
        <a:lstStyle/>
        <a:p>
          <a:r>
            <a:rPr lang="en-US" sz="1800" dirty="0"/>
            <a:t>60%+ monthly retention rate</a:t>
          </a:r>
        </a:p>
      </dgm:t>
    </dgm:pt>
    <dgm:pt modelId="{573DD84D-A1B9-4B02-9BCB-A51FA3B0934B}" type="parTrans" cxnId="{41A3E88F-B9DF-44DB-B344-1EC711E9A89C}">
      <dgm:prSet/>
      <dgm:spPr/>
      <dgm:t>
        <a:bodyPr/>
        <a:lstStyle/>
        <a:p>
          <a:endParaRPr lang="en-US"/>
        </a:p>
      </dgm:t>
    </dgm:pt>
    <dgm:pt modelId="{97AED465-58C8-4951-8B21-82C0846D73FD}" type="sibTrans" cxnId="{41A3E88F-B9DF-44DB-B344-1EC711E9A89C}">
      <dgm:prSet/>
      <dgm:spPr/>
      <dgm:t>
        <a:bodyPr/>
        <a:lstStyle/>
        <a:p>
          <a:endParaRPr lang="en-US"/>
        </a:p>
      </dgm:t>
    </dgm:pt>
    <dgm:pt modelId="{C8D75FE3-3794-42A3-8A82-16786CD80448}">
      <dgm:prSet custT="1"/>
      <dgm:spPr/>
      <dgm:t>
        <a:bodyPr/>
        <a:lstStyle/>
        <a:p>
          <a:r>
            <a:rPr lang="en-US" sz="1800" dirty="0"/>
            <a:t>Net Promoter Score &gt;50</a:t>
          </a:r>
        </a:p>
      </dgm:t>
    </dgm:pt>
    <dgm:pt modelId="{1EE9F06F-624C-45BE-8B69-AA9DB95DE447}" type="parTrans" cxnId="{D64D2CA4-697E-42BF-BDD4-CD7E7AEFA332}">
      <dgm:prSet/>
      <dgm:spPr/>
      <dgm:t>
        <a:bodyPr/>
        <a:lstStyle/>
        <a:p>
          <a:endParaRPr lang="en-US"/>
        </a:p>
      </dgm:t>
    </dgm:pt>
    <dgm:pt modelId="{8741B7A6-885C-4097-9F2A-82CF1E0B1FEF}" type="sibTrans" cxnId="{D64D2CA4-697E-42BF-BDD4-CD7E7AEFA332}">
      <dgm:prSet/>
      <dgm:spPr/>
      <dgm:t>
        <a:bodyPr/>
        <a:lstStyle/>
        <a:p>
          <a:endParaRPr lang="en-US"/>
        </a:p>
      </dgm:t>
    </dgm:pt>
    <dgm:pt modelId="{EB2B3E8B-36C5-4055-AB97-7B3E78EA39D2}">
      <dgm:prSet custT="1"/>
      <dgm:spPr/>
      <dgm:t>
        <a:bodyPr/>
        <a:lstStyle/>
        <a:p>
          <a:r>
            <a:rPr lang="en-US" sz="1800" b="1" dirty="0"/>
            <a:t>Technical Performance:</a:t>
          </a:r>
        </a:p>
        <a:p>
          <a:endParaRPr lang="en-US" sz="1800" dirty="0"/>
        </a:p>
      </dgm:t>
    </dgm:pt>
    <dgm:pt modelId="{337A740B-044E-428B-8F2B-35C0F2A26C9D}" type="parTrans" cxnId="{56A06E51-D8CC-42E9-BF59-417A647DF315}">
      <dgm:prSet/>
      <dgm:spPr/>
      <dgm:t>
        <a:bodyPr/>
        <a:lstStyle/>
        <a:p>
          <a:endParaRPr lang="en-US"/>
        </a:p>
      </dgm:t>
    </dgm:pt>
    <dgm:pt modelId="{C238B1B2-EA10-44E6-A4C5-8FF7C437D149}" type="sibTrans" cxnId="{56A06E51-D8CC-42E9-BF59-417A647DF315}">
      <dgm:prSet/>
      <dgm:spPr/>
      <dgm:t>
        <a:bodyPr/>
        <a:lstStyle/>
        <a:p>
          <a:endParaRPr lang="en-US"/>
        </a:p>
      </dgm:t>
    </dgm:pt>
    <dgm:pt modelId="{90F8771A-0DA2-4A66-9F60-874160950D1C}">
      <dgm:prSet custT="1"/>
      <dgm:spPr/>
      <dgm:t>
        <a:bodyPr/>
        <a:lstStyle/>
        <a:p>
          <a:r>
            <a:rPr lang="en-US" sz="1800" dirty="0"/>
            <a:t>&lt;3 seconds AI response time</a:t>
          </a:r>
        </a:p>
      </dgm:t>
    </dgm:pt>
    <dgm:pt modelId="{37424387-3ED8-4CD0-9152-49729FB30647}" type="parTrans" cxnId="{1E5144DD-83A0-47A2-92BD-7AE32F021BDD}">
      <dgm:prSet/>
      <dgm:spPr/>
      <dgm:t>
        <a:bodyPr/>
        <a:lstStyle/>
        <a:p>
          <a:endParaRPr lang="en-US"/>
        </a:p>
      </dgm:t>
    </dgm:pt>
    <dgm:pt modelId="{AA9A735D-E21A-4F95-B5F0-C3B83F9F9A41}" type="sibTrans" cxnId="{1E5144DD-83A0-47A2-92BD-7AE32F021BDD}">
      <dgm:prSet/>
      <dgm:spPr/>
      <dgm:t>
        <a:bodyPr/>
        <a:lstStyle/>
        <a:p>
          <a:endParaRPr lang="en-US"/>
        </a:p>
      </dgm:t>
    </dgm:pt>
    <dgm:pt modelId="{B2A6F4C3-1881-4DC5-9EF0-ACA593382156}">
      <dgm:prSet custT="1"/>
      <dgm:spPr/>
      <dgm:t>
        <a:bodyPr/>
        <a:lstStyle/>
        <a:p>
          <a:r>
            <a:rPr lang="en-US" sz="1800" dirty="0"/>
            <a:t>99.5% system uptime</a:t>
          </a:r>
        </a:p>
      </dgm:t>
    </dgm:pt>
    <dgm:pt modelId="{1767B45C-3113-4ADB-A746-74472F73E173}" type="parTrans" cxnId="{D10FB914-8598-440F-869B-FE91C603AB16}">
      <dgm:prSet/>
      <dgm:spPr/>
      <dgm:t>
        <a:bodyPr/>
        <a:lstStyle/>
        <a:p>
          <a:endParaRPr lang="en-US"/>
        </a:p>
      </dgm:t>
    </dgm:pt>
    <dgm:pt modelId="{10993240-30A4-4C8E-B273-1BC1120E0378}" type="sibTrans" cxnId="{D10FB914-8598-440F-869B-FE91C603AB16}">
      <dgm:prSet/>
      <dgm:spPr/>
      <dgm:t>
        <a:bodyPr/>
        <a:lstStyle/>
        <a:p>
          <a:endParaRPr lang="en-US"/>
        </a:p>
      </dgm:t>
    </dgm:pt>
    <dgm:pt modelId="{7999144C-F4B7-497F-9AE6-B25C1496DF61}">
      <dgm:prSet custT="1"/>
      <dgm:spPr/>
      <dgm:t>
        <a:bodyPr/>
        <a:lstStyle/>
        <a:p>
          <a:r>
            <a:rPr lang="en-US" sz="1800" dirty="0"/>
            <a:t>4.0/5.0 user satisfaction with AI feedback</a:t>
          </a:r>
        </a:p>
      </dgm:t>
    </dgm:pt>
    <dgm:pt modelId="{7F548653-D8D0-40E9-967B-3C28BA3D7185}" type="parTrans" cxnId="{C5F82026-82BF-4290-BE76-416E67BFFE37}">
      <dgm:prSet/>
      <dgm:spPr/>
      <dgm:t>
        <a:bodyPr/>
        <a:lstStyle/>
        <a:p>
          <a:endParaRPr lang="en-US"/>
        </a:p>
      </dgm:t>
    </dgm:pt>
    <dgm:pt modelId="{8312347E-7188-4ECA-9160-4F92984B29B2}" type="sibTrans" cxnId="{C5F82026-82BF-4290-BE76-416E67BFFE37}">
      <dgm:prSet/>
      <dgm:spPr/>
      <dgm:t>
        <a:bodyPr/>
        <a:lstStyle/>
        <a:p>
          <a:endParaRPr lang="en-US"/>
        </a:p>
      </dgm:t>
    </dgm:pt>
    <dgm:pt modelId="{B514A45C-CCD2-4457-94A7-1A0E1E6351E3}">
      <dgm:prSet custT="1"/>
      <dgm:spPr/>
      <dgm:t>
        <a:bodyPr/>
        <a:lstStyle/>
        <a:p>
          <a:endParaRPr lang="en-US" sz="1800" dirty="0"/>
        </a:p>
      </dgm:t>
    </dgm:pt>
    <dgm:pt modelId="{F0FFB5F4-34E7-4891-B12A-6921DEEF594E}" type="parTrans" cxnId="{B8BDACC3-8B79-4980-A1E0-783751DE3C7C}">
      <dgm:prSet/>
      <dgm:spPr/>
    </dgm:pt>
    <dgm:pt modelId="{1EB39D91-ABB3-49ED-B340-CAD8FFD1549D}" type="sibTrans" cxnId="{B8BDACC3-8B79-4980-A1E0-783751DE3C7C}">
      <dgm:prSet/>
      <dgm:spPr/>
    </dgm:pt>
    <dgm:pt modelId="{AB5CADE1-0105-4EB6-B842-AF466C69699E}">
      <dgm:prSet custT="1"/>
      <dgm:spPr/>
      <dgm:t>
        <a:bodyPr/>
        <a:lstStyle/>
        <a:p>
          <a:endParaRPr lang="en-US" sz="1800" dirty="0"/>
        </a:p>
      </dgm:t>
    </dgm:pt>
    <dgm:pt modelId="{3B97216B-1455-4C6A-8A11-3C7EF27D9616}" type="parTrans" cxnId="{BF6E040A-7258-4357-8F49-523FAB6F80C3}">
      <dgm:prSet/>
      <dgm:spPr/>
    </dgm:pt>
    <dgm:pt modelId="{6F764745-4C3A-45C2-998B-AD779A4587B3}" type="sibTrans" cxnId="{BF6E040A-7258-4357-8F49-523FAB6F80C3}">
      <dgm:prSet/>
      <dgm:spPr/>
    </dgm:pt>
    <dgm:pt modelId="{A6B86F0A-9881-4664-8CE3-F44547622A7C}">
      <dgm:prSet custT="1"/>
      <dgm:spPr/>
      <dgm:t>
        <a:bodyPr/>
        <a:lstStyle/>
        <a:p>
          <a:endParaRPr lang="en-US" sz="1800" dirty="0"/>
        </a:p>
      </dgm:t>
    </dgm:pt>
    <dgm:pt modelId="{0C059D7D-E61A-475F-B74F-A10AF0B0DB0F}" type="parTrans" cxnId="{2414B0C9-29CE-40DF-93FE-1F6781DBB383}">
      <dgm:prSet/>
      <dgm:spPr/>
    </dgm:pt>
    <dgm:pt modelId="{B1243C13-07C0-482A-A687-A5ED7180174B}" type="sibTrans" cxnId="{2414B0C9-29CE-40DF-93FE-1F6781DBB383}">
      <dgm:prSet/>
      <dgm:spPr/>
    </dgm:pt>
    <dgm:pt modelId="{96495018-4C55-421A-9C3B-F1E74566B0F6}">
      <dgm:prSet custT="1"/>
      <dgm:spPr/>
      <dgm:t>
        <a:bodyPr/>
        <a:lstStyle/>
        <a:p>
          <a:endParaRPr lang="en-US" sz="1800" dirty="0"/>
        </a:p>
      </dgm:t>
    </dgm:pt>
    <dgm:pt modelId="{C248605F-62CD-4B15-90FC-47638A10ECAD}" type="parTrans" cxnId="{3DAE9E5F-CC12-4706-BC7A-E1FCC5B9B8D9}">
      <dgm:prSet/>
      <dgm:spPr/>
    </dgm:pt>
    <dgm:pt modelId="{FA7717F0-5068-470F-9FF4-E63B82D79665}" type="sibTrans" cxnId="{3DAE9E5F-CC12-4706-BC7A-E1FCC5B9B8D9}">
      <dgm:prSet/>
      <dgm:spPr/>
    </dgm:pt>
    <dgm:pt modelId="{407A2FD7-0353-44FE-8B15-A5A715F3CC19}">
      <dgm:prSet custT="1"/>
      <dgm:spPr/>
      <dgm:t>
        <a:bodyPr/>
        <a:lstStyle/>
        <a:p>
          <a:endParaRPr lang="en-US" sz="1800" dirty="0"/>
        </a:p>
      </dgm:t>
    </dgm:pt>
    <dgm:pt modelId="{0706F95B-99CF-4510-846F-CBE48B59914D}" type="parTrans" cxnId="{DF66B2D3-E22B-45C3-ADC6-CAA0EF54D729}">
      <dgm:prSet/>
      <dgm:spPr/>
    </dgm:pt>
    <dgm:pt modelId="{97E056F0-37F7-4A96-AF2C-A2497B4106C9}" type="sibTrans" cxnId="{DF66B2D3-E22B-45C3-ADC6-CAA0EF54D729}">
      <dgm:prSet/>
      <dgm:spPr/>
    </dgm:pt>
    <dgm:pt modelId="{47322B3D-339A-4D1B-8831-A514C445AECC}">
      <dgm:prSet custT="1"/>
      <dgm:spPr/>
      <dgm:t>
        <a:bodyPr/>
        <a:lstStyle/>
        <a:p>
          <a:endParaRPr lang="en-US" sz="1800" dirty="0"/>
        </a:p>
      </dgm:t>
    </dgm:pt>
    <dgm:pt modelId="{7FAEDF35-4E50-49AE-BC34-676EE11950D6}" type="parTrans" cxnId="{6E9B7C43-78D9-4CA6-A274-E10B07B04F1B}">
      <dgm:prSet/>
      <dgm:spPr/>
    </dgm:pt>
    <dgm:pt modelId="{345EF6C8-F5A6-4924-BB79-586EEBDC9FA4}" type="sibTrans" cxnId="{6E9B7C43-78D9-4CA6-A274-E10B07B04F1B}">
      <dgm:prSet/>
      <dgm:spPr/>
    </dgm:pt>
    <dgm:pt modelId="{F42E6FB7-B479-4EA9-8C22-FD597EC3910A}" type="pres">
      <dgm:prSet presAssocID="{823094A1-8009-42ED-8C82-A22FB2F04638}" presName="diagram" presStyleCnt="0">
        <dgm:presLayoutVars>
          <dgm:dir/>
          <dgm:resizeHandles val="exact"/>
        </dgm:presLayoutVars>
      </dgm:prSet>
      <dgm:spPr/>
    </dgm:pt>
    <dgm:pt modelId="{41125B7F-D4A4-4209-B860-DDA7D78DFB74}" type="pres">
      <dgm:prSet presAssocID="{B45F9777-C522-4AC4-B737-E86F97B79CA4}" presName="node" presStyleLbl="node1" presStyleIdx="0" presStyleCnt="3" custScaleY="193006">
        <dgm:presLayoutVars>
          <dgm:bulletEnabled val="1"/>
        </dgm:presLayoutVars>
      </dgm:prSet>
      <dgm:spPr/>
    </dgm:pt>
    <dgm:pt modelId="{B7111C03-4FBA-4C9E-9B75-02521F5E9DF0}" type="pres">
      <dgm:prSet presAssocID="{61025929-7501-4F3C-9A47-4DF5F5980E03}" presName="sibTrans" presStyleCnt="0"/>
      <dgm:spPr/>
    </dgm:pt>
    <dgm:pt modelId="{4456C6FA-0A50-4BE5-BE93-650B0EEB2D30}" type="pres">
      <dgm:prSet presAssocID="{4B17458C-3CB5-4FC7-9A77-E446B598A66A}" presName="node" presStyleLbl="node1" presStyleIdx="1" presStyleCnt="3" custScaleY="190085">
        <dgm:presLayoutVars>
          <dgm:bulletEnabled val="1"/>
        </dgm:presLayoutVars>
      </dgm:prSet>
      <dgm:spPr/>
    </dgm:pt>
    <dgm:pt modelId="{C3E3A62C-2E14-46B0-B84E-649DD6315F3B}" type="pres">
      <dgm:prSet presAssocID="{191BE08A-7013-4AE1-BD6E-9A0E3EEB02F2}" presName="sibTrans" presStyleCnt="0"/>
      <dgm:spPr/>
    </dgm:pt>
    <dgm:pt modelId="{AB5DB921-7B28-456B-8120-E824257F929B}" type="pres">
      <dgm:prSet presAssocID="{EB2B3E8B-36C5-4055-AB97-7B3E78EA39D2}" presName="node" presStyleLbl="node1" presStyleIdx="2" presStyleCnt="3" custScaleY="193006">
        <dgm:presLayoutVars>
          <dgm:bulletEnabled val="1"/>
        </dgm:presLayoutVars>
      </dgm:prSet>
      <dgm:spPr/>
    </dgm:pt>
  </dgm:ptLst>
  <dgm:cxnLst>
    <dgm:cxn modelId="{86C70F00-A0DA-4486-90C9-C4A08F5A1E42}" type="presOf" srcId="{AB5CADE1-0105-4EB6-B842-AF466C69699E}" destId="{41125B7F-D4A4-4209-B860-DDA7D78DFB74}" srcOrd="0" destOrd="4" presId="urn:microsoft.com/office/officeart/2005/8/layout/default"/>
    <dgm:cxn modelId="{81426E03-E070-4019-A822-0A927CE3DAD2}" srcId="{B45F9777-C522-4AC4-B737-E86F97B79CA4}" destId="{3DEF4B73-7490-4770-8957-06D2E2DE208B}" srcOrd="0" destOrd="0" parTransId="{0927874C-0E1F-4C20-8D1A-C42B5844AED8}" sibTransId="{1ACFB8FA-A844-4F73-9FCE-02D6C2DC4AB9}"/>
    <dgm:cxn modelId="{BF6E040A-7258-4357-8F49-523FAB6F80C3}" srcId="{B45F9777-C522-4AC4-B737-E86F97B79CA4}" destId="{AB5CADE1-0105-4EB6-B842-AF466C69699E}" srcOrd="3" destOrd="0" parTransId="{3B97216B-1455-4C6A-8A11-3C7EF27D9616}" sibTransId="{6F764745-4C3A-45C2-998B-AD779A4587B3}"/>
    <dgm:cxn modelId="{B3139911-2260-44F2-96B1-65A280DE58F8}" type="presOf" srcId="{EB2B3E8B-36C5-4055-AB97-7B3E78EA39D2}" destId="{AB5DB921-7B28-456B-8120-E824257F929B}" srcOrd="0" destOrd="0" presId="urn:microsoft.com/office/officeart/2005/8/layout/default"/>
    <dgm:cxn modelId="{D10FB914-8598-440F-869B-FE91C603AB16}" srcId="{EB2B3E8B-36C5-4055-AB97-7B3E78EA39D2}" destId="{B2A6F4C3-1881-4DC5-9EF0-ACA593382156}" srcOrd="2" destOrd="0" parTransId="{1767B45C-3113-4ADB-A746-74472F73E173}" sibTransId="{10993240-30A4-4C8E-B273-1BC1120E0378}"/>
    <dgm:cxn modelId="{6727581C-0570-4C1A-ABFD-21385DDCBE76}" type="presOf" srcId="{B514A45C-CCD2-4457-94A7-1A0E1E6351E3}" destId="{41125B7F-D4A4-4209-B860-DDA7D78DFB74}" srcOrd="0" destOrd="2" presId="urn:microsoft.com/office/officeart/2005/8/layout/default"/>
    <dgm:cxn modelId="{C5F82026-82BF-4290-BE76-416E67BFFE37}" srcId="{EB2B3E8B-36C5-4055-AB97-7B3E78EA39D2}" destId="{7999144C-F4B7-497F-9AE6-B25C1496DF61}" srcOrd="4" destOrd="0" parTransId="{7F548653-D8D0-40E9-967B-3C28BA3D7185}" sibTransId="{8312347E-7188-4ECA-9160-4F92984B29B2}"/>
    <dgm:cxn modelId="{625A9336-9FE8-481C-B00E-29EE9AFD7F2C}" type="presOf" srcId="{C8530673-48C9-49F0-9B26-417A537C8CF8}" destId="{4456C6FA-0A50-4BE5-BE93-650B0EEB2D30}" srcOrd="0" destOrd="3" presId="urn:microsoft.com/office/officeart/2005/8/layout/default"/>
    <dgm:cxn modelId="{4F9C1140-1FF9-447D-9344-CC319AD459B7}" srcId="{823094A1-8009-42ED-8C82-A22FB2F04638}" destId="{4B17458C-3CB5-4FC7-9A77-E446B598A66A}" srcOrd="1" destOrd="0" parTransId="{448438CF-2FFA-43EF-BC3B-138174F40F76}" sibTransId="{191BE08A-7013-4AE1-BD6E-9A0E3EEB02F2}"/>
    <dgm:cxn modelId="{C423975F-84B1-43A1-BFAF-E404CFD359A3}" type="presOf" srcId="{47322B3D-339A-4D1B-8831-A514C445AECC}" destId="{AB5DB921-7B28-456B-8120-E824257F929B}" srcOrd="0" destOrd="4" presId="urn:microsoft.com/office/officeart/2005/8/layout/default"/>
    <dgm:cxn modelId="{3DAE9E5F-CC12-4706-BC7A-E1FCC5B9B8D9}" srcId="{4B17458C-3CB5-4FC7-9A77-E446B598A66A}" destId="{96495018-4C55-421A-9C3B-F1E74566B0F6}" srcOrd="3" destOrd="0" parTransId="{C248605F-62CD-4B15-90FC-47638A10ECAD}" sibTransId="{FA7717F0-5068-470F-9FF4-E63B82D79665}"/>
    <dgm:cxn modelId="{6FA8EF60-D784-44DD-BAF5-CFD21CA053F7}" srcId="{B45F9777-C522-4AC4-B737-E86F97B79CA4}" destId="{F0F4EDB6-55FF-4E9F-8C6F-A06491311E44}" srcOrd="4" destOrd="0" parTransId="{832DBD3A-C8B5-4373-84E4-D51F0F3DD3E5}" sibTransId="{993134E1-121D-4042-85E6-438B199E902B}"/>
    <dgm:cxn modelId="{6E9B7C43-78D9-4CA6-A274-E10B07B04F1B}" srcId="{EB2B3E8B-36C5-4055-AB97-7B3E78EA39D2}" destId="{47322B3D-339A-4D1B-8831-A514C445AECC}" srcOrd="3" destOrd="0" parTransId="{7FAEDF35-4E50-49AE-BC34-676EE11950D6}" sibTransId="{345EF6C8-F5A6-4924-BB79-586EEBDC9FA4}"/>
    <dgm:cxn modelId="{00FDA66F-104C-42D7-9D8B-A0B9D0FF6158}" type="presOf" srcId="{90F8771A-0DA2-4A66-9F60-874160950D1C}" destId="{AB5DB921-7B28-456B-8120-E824257F929B}" srcOrd="0" destOrd="1" presId="urn:microsoft.com/office/officeart/2005/8/layout/default"/>
    <dgm:cxn modelId="{56A06E51-D8CC-42E9-BF59-417A647DF315}" srcId="{823094A1-8009-42ED-8C82-A22FB2F04638}" destId="{EB2B3E8B-36C5-4055-AB97-7B3E78EA39D2}" srcOrd="2" destOrd="0" parTransId="{337A740B-044E-428B-8F2B-35C0F2A26C9D}" sibTransId="{C238B1B2-EA10-44E6-A4C5-8FF7C437D149}"/>
    <dgm:cxn modelId="{15676153-C240-4422-9A33-656ED8F01FBF}" type="presOf" srcId="{B45F9777-C522-4AC4-B737-E86F97B79CA4}" destId="{41125B7F-D4A4-4209-B860-DDA7D78DFB74}" srcOrd="0" destOrd="0" presId="urn:microsoft.com/office/officeart/2005/8/layout/default"/>
    <dgm:cxn modelId="{80770676-7268-454A-A27A-5C9F5D20EB60}" type="presOf" srcId="{823094A1-8009-42ED-8C82-A22FB2F04638}" destId="{F42E6FB7-B479-4EA9-8C22-FD597EC3910A}" srcOrd="0" destOrd="0" presId="urn:microsoft.com/office/officeart/2005/8/layout/default"/>
    <dgm:cxn modelId="{F1B55178-5E9B-4432-9E07-D19749491572}" type="presOf" srcId="{3DEF4B73-7490-4770-8957-06D2E2DE208B}" destId="{41125B7F-D4A4-4209-B860-DDA7D78DFB74}" srcOrd="0" destOrd="1" presId="urn:microsoft.com/office/officeart/2005/8/layout/default"/>
    <dgm:cxn modelId="{5C511879-BE12-4430-A6B3-EDD32AC490CA}" type="presOf" srcId="{C8D75FE3-3794-42A3-8A82-16786CD80448}" destId="{4456C6FA-0A50-4BE5-BE93-650B0EEB2D30}" srcOrd="0" destOrd="5" presId="urn:microsoft.com/office/officeart/2005/8/layout/default"/>
    <dgm:cxn modelId="{41A3E88F-B9DF-44DB-B344-1EC711E9A89C}" srcId="{4B17458C-3CB5-4FC7-9A77-E446B598A66A}" destId="{C8530673-48C9-49F0-9B26-417A537C8CF8}" srcOrd="2" destOrd="0" parTransId="{573DD84D-A1B9-4B02-9BCB-A51FA3B0934B}" sibTransId="{97AED465-58C8-4951-8B21-82C0846D73FD}"/>
    <dgm:cxn modelId="{B0F69F9E-FAFA-4ADD-ACC1-1771BC5EEF6C}" type="presOf" srcId="{407A2FD7-0353-44FE-8B15-A5A715F3CC19}" destId="{AB5DB921-7B28-456B-8120-E824257F929B}" srcOrd="0" destOrd="2" presId="urn:microsoft.com/office/officeart/2005/8/layout/default"/>
    <dgm:cxn modelId="{D64D2CA4-697E-42BF-BDD4-CD7E7AEFA332}" srcId="{4B17458C-3CB5-4FC7-9A77-E446B598A66A}" destId="{C8D75FE3-3794-42A3-8A82-16786CD80448}" srcOrd="4" destOrd="0" parTransId="{1EE9F06F-624C-45BE-8B69-AA9DB95DE447}" sibTransId="{8741B7A6-885C-4097-9F2A-82CF1E0B1FEF}"/>
    <dgm:cxn modelId="{7BCBB2A7-B2E4-41F4-ACB4-7539CCAD2CC3}" type="presOf" srcId="{245B5804-D09C-4E14-9688-6AA992B43E69}" destId="{4456C6FA-0A50-4BE5-BE93-650B0EEB2D30}" srcOrd="0" destOrd="1" presId="urn:microsoft.com/office/officeart/2005/8/layout/default"/>
    <dgm:cxn modelId="{53F53AA9-48C1-4603-859F-6DA370EB4269}" type="presOf" srcId="{4B17458C-3CB5-4FC7-9A77-E446B598A66A}" destId="{4456C6FA-0A50-4BE5-BE93-650B0EEB2D30}" srcOrd="0" destOrd="0" presId="urn:microsoft.com/office/officeart/2005/8/layout/default"/>
    <dgm:cxn modelId="{1BDAB5BE-EB08-4513-B11C-AEE9AAF8C685}" srcId="{4B17458C-3CB5-4FC7-9A77-E446B598A66A}" destId="{245B5804-D09C-4E14-9688-6AA992B43E69}" srcOrd="0" destOrd="0" parTransId="{F8DA5AB0-8618-4243-A517-C6EED5E19DF1}" sibTransId="{462EF59C-3684-49BA-B336-1231B0B0DBED}"/>
    <dgm:cxn modelId="{B8BDACC3-8B79-4980-A1E0-783751DE3C7C}" srcId="{B45F9777-C522-4AC4-B737-E86F97B79CA4}" destId="{B514A45C-CCD2-4457-94A7-1A0E1E6351E3}" srcOrd="1" destOrd="0" parTransId="{F0FFB5F4-34E7-4891-B12A-6921DEEF594E}" sibTransId="{1EB39D91-ABB3-49ED-B340-CAD8FFD1549D}"/>
    <dgm:cxn modelId="{2414B0C9-29CE-40DF-93FE-1F6781DBB383}" srcId="{4B17458C-3CB5-4FC7-9A77-E446B598A66A}" destId="{A6B86F0A-9881-4664-8CE3-F44547622A7C}" srcOrd="1" destOrd="0" parTransId="{0C059D7D-E61A-475F-B74F-A10AF0B0DB0F}" sibTransId="{B1243C13-07C0-482A-A687-A5ED7180174B}"/>
    <dgm:cxn modelId="{45C906CF-A1A1-4BB2-A4BF-9DDB9B927462}" type="presOf" srcId="{7999144C-F4B7-497F-9AE6-B25C1496DF61}" destId="{AB5DB921-7B28-456B-8120-E824257F929B}" srcOrd="0" destOrd="5" presId="urn:microsoft.com/office/officeart/2005/8/layout/default"/>
    <dgm:cxn modelId="{A77E51D2-D377-4FAC-8FD9-A9F94FD9B8EB}" type="presOf" srcId="{F0F4EDB6-55FF-4E9F-8C6F-A06491311E44}" destId="{41125B7F-D4A4-4209-B860-DDA7D78DFB74}" srcOrd="0" destOrd="5" presId="urn:microsoft.com/office/officeart/2005/8/layout/default"/>
    <dgm:cxn modelId="{DF66B2D3-E22B-45C3-ADC6-CAA0EF54D729}" srcId="{EB2B3E8B-36C5-4055-AB97-7B3E78EA39D2}" destId="{407A2FD7-0353-44FE-8B15-A5A715F3CC19}" srcOrd="1" destOrd="0" parTransId="{0706F95B-99CF-4510-846F-CBE48B59914D}" sibTransId="{97E056F0-37F7-4A96-AF2C-A2497B4106C9}"/>
    <dgm:cxn modelId="{90CDC2D4-67B9-4A1A-803D-2C8B9D1E1545}" type="presOf" srcId="{96495018-4C55-421A-9C3B-F1E74566B0F6}" destId="{4456C6FA-0A50-4BE5-BE93-650B0EEB2D30}" srcOrd="0" destOrd="4" presId="urn:microsoft.com/office/officeart/2005/8/layout/default"/>
    <dgm:cxn modelId="{1E5144DD-83A0-47A2-92BD-7AE32F021BDD}" srcId="{EB2B3E8B-36C5-4055-AB97-7B3E78EA39D2}" destId="{90F8771A-0DA2-4A66-9F60-874160950D1C}" srcOrd="0" destOrd="0" parTransId="{37424387-3ED8-4CD0-9152-49729FB30647}" sibTransId="{AA9A735D-E21A-4F95-B5F0-C3B83F9F9A41}"/>
    <dgm:cxn modelId="{FAB7A5E6-9891-4426-BDC9-2B97002AB676}" srcId="{823094A1-8009-42ED-8C82-A22FB2F04638}" destId="{B45F9777-C522-4AC4-B737-E86F97B79CA4}" srcOrd="0" destOrd="0" parTransId="{47E0189C-C500-4AA6-8927-1ECF8459587A}" sibTransId="{61025929-7501-4F3C-9A47-4DF5F5980E03}"/>
    <dgm:cxn modelId="{4DE73AE7-CF08-4C60-816F-DA4A43EB6814}" type="presOf" srcId="{3ADFB2AB-4512-4A7A-BEC4-E120A4008BE4}" destId="{41125B7F-D4A4-4209-B860-DDA7D78DFB74}" srcOrd="0" destOrd="3" presId="urn:microsoft.com/office/officeart/2005/8/layout/default"/>
    <dgm:cxn modelId="{6A4D19F1-DDD3-41CF-8DD2-10CFE1A4E72D}" type="presOf" srcId="{A6B86F0A-9881-4664-8CE3-F44547622A7C}" destId="{4456C6FA-0A50-4BE5-BE93-650B0EEB2D30}" srcOrd="0" destOrd="2" presId="urn:microsoft.com/office/officeart/2005/8/layout/default"/>
    <dgm:cxn modelId="{F0584CF2-4911-4412-8BD2-E565F6A712F3}" type="presOf" srcId="{B2A6F4C3-1881-4DC5-9EF0-ACA593382156}" destId="{AB5DB921-7B28-456B-8120-E824257F929B}" srcOrd="0" destOrd="3" presId="urn:microsoft.com/office/officeart/2005/8/layout/default"/>
    <dgm:cxn modelId="{063D0EFE-8893-4104-AC56-342D9F34ADB5}" srcId="{B45F9777-C522-4AC4-B737-E86F97B79CA4}" destId="{3ADFB2AB-4512-4A7A-BEC4-E120A4008BE4}" srcOrd="2" destOrd="0" parTransId="{83626B32-6975-4C66-B3A7-8E96868D48B6}" sibTransId="{D2B1FF94-DEA3-41C6-B374-F2B8905DE0B9}"/>
    <dgm:cxn modelId="{AA22F105-E17E-4940-9015-811E1E8FD19C}" type="presParOf" srcId="{F42E6FB7-B479-4EA9-8C22-FD597EC3910A}" destId="{41125B7F-D4A4-4209-B860-DDA7D78DFB74}" srcOrd="0" destOrd="0" presId="urn:microsoft.com/office/officeart/2005/8/layout/default"/>
    <dgm:cxn modelId="{8FB92ACA-92F5-485C-A1F3-3798B7514FB5}" type="presParOf" srcId="{F42E6FB7-B479-4EA9-8C22-FD597EC3910A}" destId="{B7111C03-4FBA-4C9E-9B75-02521F5E9DF0}" srcOrd="1" destOrd="0" presId="urn:microsoft.com/office/officeart/2005/8/layout/default"/>
    <dgm:cxn modelId="{455BD5F5-990E-41B6-B925-672FC7338F25}" type="presParOf" srcId="{F42E6FB7-B479-4EA9-8C22-FD597EC3910A}" destId="{4456C6FA-0A50-4BE5-BE93-650B0EEB2D30}" srcOrd="2" destOrd="0" presId="urn:microsoft.com/office/officeart/2005/8/layout/default"/>
    <dgm:cxn modelId="{9DEAB6DB-044C-4A06-A022-16D7EAC1C3E6}" type="presParOf" srcId="{F42E6FB7-B479-4EA9-8C22-FD597EC3910A}" destId="{C3E3A62C-2E14-46B0-B84E-649DD6315F3B}" srcOrd="3" destOrd="0" presId="urn:microsoft.com/office/officeart/2005/8/layout/default"/>
    <dgm:cxn modelId="{17B7FC0C-816C-4DA0-9287-B41BCDFC4188}" type="presParOf" srcId="{F42E6FB7-B479-4EA9-8C22-FD597EC3910A}" destId="{AB5DB921-7B28-456B-8120-E824257F929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D68388E-DA7E-48BD-8D71-6CE9DDB8F87E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83A3577-93FC-4F7B-86B9-8A2EAADE4858}">
      <dgm:prSet/>
      <dgm:spPr/>
      <dgm:t>
        <a:bodyPr/>
        <a:lstStyle/>
        <a:p>
          <a:r>
            <a:rPr lang="en-US" b="1" dirty="0"/>
            <a:t>8 Pre-trained Models Evaluated</a:t>
          </a:r>
          <a:endParaRPr lang="en-US" dirty="0"/>
        </a:p>
      </dgm:t>
    </dgm:pt>
    <dgm:pt modelId="{0F19F2AB-06A5-4D12-8B88-E993383E8187}" type="parTrans" cxnId="{A813E697-E7F1-41F8-ADAC-6C9B3727690F}">
      <dgm:prSet/>
      <dgm:spPr/>
      <dgm:t>
        <a:bodyPr/>
        <a:lstStyle/>
        <a:p>
          <a:endParaRPr lang="en-US"/>
        </a:p>
      </dgm:t>
    </dgm:pt>
    <dgm:pt modelId="{D2FF4428-992A-46A0-89BB-6A1C4B5F3F1F}" type="sibTrans" cxnId="{A813E697-E7F1-41F8-ADAC-6C9B3727690F}">
      <dgm:prSet/>
      <dgm:spPr/>
      <dgm:t>
        <a:bodyPr/>
        <a:lstStyle/>
        <a:p>
          <a:endParaRPr lang="en-US"/>
        </a:p>
      </dgm:t>
    </dgm:pt>
    <dgm:pt modelId="{071C309C-E7FE-4349-A048-CB16609AC233}">
      <dgm:prSet/>
      <dgm:spPr/>
      <dgm:t>
        <a:bodyPr/>
        <a:lstStyle/>
        <a:p>
          <a:r>
            <a:rPr lang="en-US" b="1"/>
            <a:t>Our Selected 4:</a:t>
          </a:r>
          <a:endParaRPr lang="en-US"/>
        </a:p>
      </dgm:t>
    </dgm:pt>
    <dgm:pt modelId="{F4DB2315-F464-40C9-BFE1-BFFE0529ADB6}" type="parTrans" cxnId="{B187998A-2306-4912-A0C2-F48AFF92181E}">
      <dgm:prSet/>
      <dgm:spPr/>
      <dgm:t>
        <a:bodyPr/>
        <a:lstStyle/>
        <a:p>
          <a:endParaRPr lang="en-US"/>
        </a:p>
      </dgm:t>
    </dgm:pt>
    <dgm:pt modelId="{6F730175-48C9-4CAF-AD0E-155C5A1FF117}" type="sibTrans" cxnId="{B187998A-2306-4912-A0C2-F48AFF92181E}">
      <dgm:prSet/>
      <dgm:spPr/>
      <dgm:t>
        <a:bodyPr/>
        <a:lstStyle/>
        <a:p>
          <a:endParaRPr lang="en-US"/>
        </a:p>
      </dgm:t>
    </dgm:pt>
    <dgm:pt modelId="{75E2A555-5D75-418D-98F5-4AC949E74702}">
      <dgm:prSet/>
      <dgm:spPr/>
      <dgm:t>
        <a:bodyPr/>
        <a:lstStyle/>
        <a:p>
          <a:r>
            <a:rPr lang="en-US" b="1"/>
            <a:t>BioBERT</a:t>
          </a:r>
          <a:r>
            <a:rPr lang="en-US"/>
            <a:t> - Medical text understanding (Hugging Face)</a:t>
          </a:r>
        </a:p>
      </dgm:t>
    </dgm:pt>
    <dgm:pt modelId="{EF37F307-3765-4CEB-BB27-B057B9FC309F}" type="parTrans" cxnId="{FAFB2C9C-15B0-4A92-BA5A-E1122E5A8B6C}">
      <dgm:prSet/>
      <dgm:spPr/>
      <dgm:t>
        <a:bodyPr/>
        <a:lstStyle/>
        <a:p>
          <a:endParaRPr lang="en-US"/>
        </a:p>
      </dgm:t>
    </dgm:pt>
    <dgm:pt modelId="{01A90936-E787-4064-ADC4-1A2970BCB429}" type="sibTrans" cxnId="{FAFB2C9C-15B0-4A92-BA5A-E1122E5A8B6C}">
      <dgm:prSet/>
      <dgm:spPr/>
      <dgm:t>
        <a:bodyPr/>
        <a:lstStyle/>
        <a:p>
          <a:endParaRPr lang="en-US"/>
        </a:p>
      </dgm:t>
    </dgm:pt>
    <dgm:pt modelId="{511343A0-C2CA-48A1-831B-15C525DA39FC}">
      <dgm:prSet/>
      <dgm:spPr/>
      <dgm:t>
        <a:bodyPr/>
        <a:lstStyle/>
        <a:p>
          <a:r>
            <a:rPr lang="en-US" b="1"/>
            <a:t>DialoGPT</a:t>
          </a:r>
          <a:r>
            <a:rPr lang="en-US"/>
            <a:t> - Conversational AI (Hugging Face)</a:t>
          </a:r>
        </a:p>
      </dgm:t>
    </dgm:pt>
    <dgm:pt modelId="{A32885D2-1351-4AEA-B1B7-020D03FDB482}" type="parTrans" cxnId="{D06AC222-C99E-479A-8863-C2CFA8F32096}">
      <dgm:prSet/>
      <dgm:spPr/>
      <dgm:t>
        <a:bodyPr/>
        <a:lstStyle/>
        <a:p>
          <a:endParaRPr lang="en-US"/>
        </a:p>
      </dgm:t>
    </dgm:pt>
    <dgm:pt modelId="{1DC25FBF-E00E-4358-8294-32011846D42B}" type="sibTrans" cxnId="{D06AC222-C99E-479A-8863-C2CFA8F32096}">
      <dgm:prSet/>
      <dgm:spPr/>
      <dgm:t>
        <a:bodyPr/>
        <a:lstStyle/>
        <a:p>
          <a:endParaRPr lang="en-US"/>
        </a:p>
      </dgm:t>
    </dgm:pt>
    <dgm:pt modelId="{7E3B4C64-B834-42E2-88FF-8587BA0D8532}">
      <dgm:prSet/>
      <dgm:spPr/>
      <dgm:t>
        <a:bodyPr/>
        <a:lstStyle/>
        <a:p>
          <a:r>
            <a:rPr lang="en-US" b="1"/>
            <a:t>Sentence Transformers</a:t>
          </a:r>
          <a:r>
            <a:rPr lang="en-US"/>
            <a:t> - Response assessment (Hugging Face)</a:t>
          </a:r>
        </a:p>
      </dgm:t>
    </dgm:pt>
    <dgm:pt modelId="{25AF65E0-2526-4217-93D6-C59FD6797611}" type="parTrans" cxnId="{BA64E758-FD8E-4498-B8CE-94ADB77CEC9E}">
      <dgm:prSet/>
      <dgm:spPr/>
      <dgm:t>
        <a:bodyPr/>
        <a:lstStyle/>
        <a:p>
          <a:endParaRPr lang="en-US"/>
        </a:p>
      </dgm:t>
    </dgm:pt>
    <dgm:pt modelId="{E9DEF3E7-FC46-462B-A81E-2B59423CD248}" type="sibTrans" cxnId="{BA64E758-FD8E-4498-B8CE-94ADB77CEC9E}">
      <dgm:prSet/>
      <dgm:spPr/>
      <dgm:t>
        <a:bodyPr/>
        <a:lstStyle/>
        <a:p>
          <a:endParaRPr lang="en-US"/>
        </a:p>
      </dgm:t>
    </dgm:pt>
    <dgm:pt modelId="{5A18A6E1-116A-4C8C-BF7F-795E92EECA59}">
      <dgm:prSet/>
      <dgm:spPr/>
      <dgm:t>
        <a:bodyPr/>
        <a:lstStyle/>
        <a:p>
          <a:r>
            <a:rPr lang="en-US" b="1"/>
            <a:t>OpenAI GPT-4</a:t>
          </a:r>
          <a:r>
            <a:rPr lang="en-US"/>
            <a:t> - Fallback system (OpenAI API)</a:t>
          </a:r>
        </a:p>
      </dgm:t>
    </dgm:pt>
    <dgm:pt modelId="{DAD7086C-786E-4931-A1A6-6C75D8C724D6}" type="parTrans" cxnId="{23DD8307-D6BF-411F-93AD-179794629023}">
      <dgm:prSet/>
      <dgm:spPr/>
      <dgm:t>
        <a:bodyPr/>
        <a:lstStyle/>
        <a:p>
          <a:endParaRPr lang="en-US"/>
        </a:p>
      </dgm:t>
    </dgm:pt>
    <dgm:pt modelId="{83216D28-D1F4-4144-95D2-D50C1B46BECA}" type="sibTrans" cxnId="{23DD8307-D6BF-411F-93AD-179794629023}">
      <dgm:prSet/>
      <dgm:spPr/>
      <dgm:t>
        <a:bodyPr/>
        <a:lstStyle/>
        <a:p>
          <a:endParaRPr lang="en-US"/>
        </a:p>
      </dgm:t>
    </dgm:pt>
    <dgm:pt modelId="{2FBC5BE8-DADC-4E8F-ACE0-7CA0E1CC23E7}">
      <dgm:prSet/>
      <dgm:spPr/>
      <dgm:t>
        <a:bodyPr/>
        <a:lstStyle/>
        <a:p>
          <a:r>
            <a:rPr lang="en-US" b="1"/>
            <a:t>Alternatives Considered:</a:t>
          </a:r>
          <a:endParaRPr lang="en-US"/>
        </a:p>
      </dgm:t>
    </dgm:pt>
    <dgm:pt modelId="{3417488E-0FF3-47D2-B3B5-AB3BA8490FC6}" type="parTrans" cxnId="{E9C95B36-1017-43AC-AB83-ED0CF53667FF}">
      <dgm:prSet/>
      <dgm:spPr/>
      <dgm:t>
        <a:bodyPr/>
        <a:lstStyle/>
        <a:p>
          <a:endParaRPr lang="en-US"/>
        </a:p>
      </dgm:t>
    </dgm:pt>
    <dgm:pt modelId="{B50A5E30-FBC8-4149-BA65-AAA77E9FE668}" type="sibTrans" cxnId="{E9C95B36-1017-43AC-AB83-ED0CF53667FF}">
      <dgm:prSet/>
      <dgm:spPr/>
      <dgm:t>
        <a:bodyPr/>
        <a:lstStyle/>
        <a:p>
          <a:endParaRPr lang="en-US"/>
        </a:p>
      </dgm:t>
    </dgm:pt>
    <dgm:pt modelId="{9F26BDAF-9F0D-4BDF-8D85-FBF91DB2E487}">
      <dgm:prSet/>
      <dgm:spPr/>
      <dgm:t>
        <a:bodyPr/>
        <a:lstStyle/>
        <a:p>
          <a:r>
            <a:rPr lang="en-US"/>
            <a:t>Azure Cognitive Services Text Analytics</a:t>
          </a:r>
        </a:p>
      </dgm:t>
    </dgm:pt>
    <dgm:pt modelId="{BD5DE019-E192-4062-9215-1EF0AEA8F8A1}" type="parTrans" cxnId="{517B172B-AB65-46FE-871E-499BE6FDE30F}">
      <dgm:prSet/>
      <dgm:spPr/>
      <dgm:t>
        <a:bodyPr/>
        <a:lstStyle/>
        <a:p>
          <a:endParaRPr lang="en-US"/>
        </a:p>
      </dgm:t>
    </dgm:pt>
    <dgm:pt modelId="{C856B456-EF76-4616-BFA3-AF22A9EDC5AD}" type="sibTrans" cxnId="{517B172B-AB65-46FE-871E-499BE6FDE30F}">
      <dgm:prSet/>
      <dgm:spPr/>
      <dgm:t>
        <a:bodyPr/>
        <a:lstStyle/>
        <a:p>
          <a:endParaRPr lang="en-US"/>
        </a:p>
      </dgm:t>
    </dgm:pt>
    <dgm:pt modelId="{CFD645D5-39A7-48B2-8C65-2654CF8A6DA1}">
      <dgm:prSet/>
      <dgm:spPr/>
      <dgm:t>
        <a:bodyPr/>
        <a:lstStyle/>
        <a:p>
          <a:r>
            <a:rPr lang="en-US"/>
            <a:t>Google Cloud Natural Language AI</a:t>
          </a:r>
        </a:p>
      </dgm:t>
    </dgm:pt>
    <dgm:pt modelId="{F0E048F5-8EB8-419C-91F0-5FEC2B963291}" type="parTrans" cxnId="{684AA37D-36A9-467D-99D2-62F98DE6AC73}">
      <dgm:prSet/>
      <dgm:spPr/>
      <dgm:t>
        <a:bodyPr/>
        <a:lstStyle/>
        <a:p>
          <a:endParaRPr lang="en-US"/>
        </a:p>
      </dgm:t>
    </dgm:pt>
    <dgm:pt modelId="{3078AF68-898A-400A-B46D-B3DCF203AA55}" type="sibTrans" cxnId="{684AA37D-36A9-467D-99D2-62F98DE6AC73}">
      <dgm:prSet/>
      <dgm:spPr/>
      <dgm:t>
        <a:bodyPr/>
        <a:lstStyle/>
        <a:p>
          <a:endParaRPr lang="en-US"/>
        </a:p>
      </dgm:t>
    </dgm:pt>
    <dgm:pt modelId="{B7160368-26F6-4518-89DC-ACDC80D1B72C}">
      <dgm:prSet/>
      <dgm:spPr/>
      <dgm:t>
        <a:bodyPr/>
        <a:lstStyle/>
        <a:p>
          <a:r>
            <a:rPr lang="en-US"/>
            <a:t>Anthropic Claude API</a:t>
          </a:r>
        </a:p>
      </dgm:t>
    </dgm:pt>
    <dgm:pt modelId="{4E7207C2-E2CB-4970-8CED-86CB8BF52CFC}" type="parTrans" cxnId="{A3899D8A-B841-49E6-973F-DAD01FE1368C}">
      <dgm:prSet/>
      <dgm:spPr/>
      <dgm:t>
        <a:bodyPr/>
        <a:lstStyle/>
        <a:p>
          <a:endParaRPr lang="en-US"/>
        </a:p>
      </dgm:t>
    </dgm:pt>
    <dgm:pt modelId="{2EA53E46-BD3E-4F0F-A3B0-7BD80EB70084}" type="sibTrans" cxnId="{A3899D8A-B841-49E6-973F-DAD01FE1368C}">
      <dgm:prSet/>
      <dgm:spPr/>
      <dgm:t>
        <a:bodyPr/>
        <a:lstStyle/>
        <a:p>
          <a:endParaRPr lang="en-US"/>
        </a:p>
      </dgm:t>
    </dgm:pt>
    <dgm:pt modelId="{C185ADD2-AAAA-4606-9F51-9E5038CE6513}">
      <dgm:prSet/>
      <dgm:spPr/>
      <dgm:t>
        <a:bodyPr/>
        <a:lstStyle/>
        <a:p>
          <a:r>
            <a:rPr lang="en-US"/>
            <a:t>Cohere Generate API</a:t>
          </a:r>
        </a:p>
      </dgm:t>
    </dgm:pt>
    <dgm:pt modelId="{2EC6A056-100A-4BE3-9726-0C0335F8AD73}" type="parTrans" cxnId="{3093B9C2-6270-4BD8-843B-C1D8EAB16E58}">
      <dgm:prSet/>
      <dgm:spPr/>
      <dgm:t>
        <a:bodyPr/>
        <a:lstStyle/>
        <a:p>
          <a:endParaRPr lang="en-US"/>
        </a:p>
      </dgm:t>
    </dgm:pt>
    <dgm:pt modelId="{2E385DA6-7192-4841-821B-580252AADEF5}" type="sibTrans" cxnId="{3093B9C2-6270-4BD8-843B-C1D8EAB16E58}">
      <dgm:prSet/>
      <dgm:spPr/>
      <dgm:t>
        <a:bodyPr/>
        <a:lstStyle/>
        <a:p>
          <a:endParaRPr lang="en-US"/>
        </a:p>
      </dgm:t>
    </dgm:pt>
    <dgm:pt modelId="{EC3EEF00-8C60-4811-A2A2-174D8B8CA03C}">
      <dgm:prSet/>
      <dgm:spPr/>
      <dgm:t>
        <a:bodyPr/>
        <a:lstStyle/>
        <a:p>
          <a:r>
            <a:rPr lang="en-US" b="1"/>
            <a:t>Selection Criteria:</a:t>
          </a:r>
          <a:r>
            <a:rPr lang="en-US"/>
            <a:t> Educational effectiveness, medical accuracy, cost (student budget), technical feasibility</a:t>
          </a:r>
        </a:p>
      </dgm:t>
    </dgm:pt>
    <dgm:pt modelId="{E15D4E3F-798B-4F26-8061-37A3D0C94C13}" type="parTrans" cxnId="{75A22083-6140-4EC4-8606-BE2C4D78694F}">
      <dgm:prSet/>
      <dgm:spPr/>
      <dgm:t>
        <a:bodyPr/>
        <a:lstStyle/>
        <a:p>
          <a:endParaRPr lang="en-US"/>
        </a:p>
      </dgm:t>
    </dgm:pt>
    <dgm:pt modelId="{5B21F9E1-8EEA-4061-94EB-27172536E3AD}" type="sibTrans" cxnId="{75A22083-6140-4EC4-8606-BE2C4D78694F}">
      <dgm:prSet/>
      <dgm:spPr/>
      <dgm:t>
        <a:bodyPr/>
        <a:lstStyle/>
        <a:p>
          <a:endParaRPr lang="en-US"/>
        </a:p>
      </dgm:t>
    </dgm:pt>
    <dgm:pt modelId="{534C71AC-1B18-441B-AFBA-15BDDB39C2F4}" type="pres">
      <dgm:prSet presAssocID="{8D68388E-DA7E-48BD-8D71-6CE9DDB8F87E}" presName="linear" presStyleCnt="0">
        <dgm:presLayoutVars>
          <dgm:dir/>
          <dgm:animLvl val="lvl"/>
          <dgm:resizeHandles val="exact"/>
        </dgm:presLayoutVars>
      </dgm:prSet>
      <dgm:spPr/>
    </dgm:pt>
    <dgm:pt modelId="{80D33E68-B825-46A3-ACD4-99C31C5B7ABD}" type="pres">
      <dgm:prSet presAssocID="{D83A3577-93FC-4F7B-86B9-8A2EAADE4858}" presName="parentLin" presStyleCnt="0"/>
      <dgm:spPr/>
    </dgm:pt>
    <dgm:pt modelId="{1564D7B9-4F2C-435F-86FC-E739404419DB}" type="pres">
      <dgm:prSet presAssocID="{D83A3577-93FC-4F7B-86B9-8A2EAADE4858}" presName="parentLeftMargin" presStyleLbl="node1" presStyleIdx="0" presStyleCnt="4"/>
      <dgm:spPr/>
    </dgm:pt>
    <dgm:pt modelId="{DA381F69-9E0A-4331-9E17-5BF73D01D8D1}" type="pres">
      <dgm:prSet presAssocID="{D83A3577-93FC-4F7B-86B9-8A2EAADE485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7538BD3-7B9F-4479-9962-C72B7FBD7658}" type="pres">
      <dgm:prSet presAssocID="{D83A3577-93FC-4F7B-86B9-8A2EAADE4858}" presName="negativeSpace" presStyleCnt="0"/>
      <dgm:spPr/>
    </dgm:pt>
    <dgm:pt modelId="{AF98EA70-FB27-45D0-A9E8-8B6CD0A3127A}" type="pres">
      <dgm:prSet presAssocID="{D83A3577-93FC-4F7B-86B9-8A2EAADE4858}" presName="childText" presStyleLbl="conFgAcc1" presStyleIdx="0" presStyleCnt="4">
        <dgm:presLayoutVars>
          <dgm:bulletEnabled val="1"/>
        </dgm:presLayoutVars>
      </dgm:prSet>
      <dgm:spPr/>
    </dgm:pt>
    <dgm:pt modelId="{A7714463-1D29-4FB8-BC6B-BC7F1B34FBB2}" type="pres">
      <dgm:prSet presAssocID="{D2FF4428-992A-46A0-89BB-6A1C4B5F3F1F}" presName="spaceBetweenRectangles" presStyleCnt="0"/>
      <dgm:spPr/>
    </dgm:pt>
    <dgm:pt modelId="{284CD62C-85BD-443C-9703-A5D600FF0CC9}" type="pres">
      <dgm:prSet presAssocID="{071C309C-E7FE-4349-A048-CB16609AC233}" presName="parentLin" presStyleCnt="0"/>
      <dgm:spPr/>
    </dgm:pt>
    <dgm:pt modelId="{52739440-24AD-48B8-9198-F5421B90ED12}" type="pres">
      <dgm:prSet presAssocID="{071C309C-E7FE-4349-A048-CB16609AC233}" presName="parentLeftMargin" presStyleLbl="node1" presStyleIdx="0" presStyleCnt="4"/>
      <dgm:spPr/>
    </dgm:pt>
    <dgm:pt modelId="{BB0F9970-F07C-4B8B-96F9-E928718F9325}" type="pres">
      <dgm:prSet presAssocID="{071C309C-E7FE-4349-A048-CB16609AC23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761E1D2-5EE5-430F-B558-E56E0DF03F83}" type="pres">
      <dgm:prSet presAssocID="{071C309C-E7FE-4349-A048-CB16609AC233}" presName="negativeSpace" presStyleCnt="0"/>
      <dgm:spPr/>
    </dgm:pt>
    <dgm:pt modelId="{F22B3DCA-65B6-48DE-A21D-134225732D94}" type="pres">
      <dgm:prSet presAssocID="{071C309C-E7FE-4349-A048-CB16609AC233}" presName="childText" presStyleLbl="conFgAcc1" presStyleIdx="1" presStyleCnt="4">
        <dgm:presLayoutVars>
          <dgm:bulletEnabled val="1"/>
        </dgm:presLayoutVars>
      </dgm:prSet>
      <dgm:spPr/>
    </dgm:pt>
    <dgm:pt modelId="{6CF671E1-6997-4F53-959D-95ECB329CE94}" type="pres">
      <dgm:prSet presAssocID="{6F730175-48C9-4CAF-AD0E-155C5A1FF117}" presName="spaceBetweenRectangles" presStyleCnt="0"/>
      <dgm:spPr/>
    </dgm:pt>
    <dgm:pt modelId="{9CD0556B-5C03-4870-8BD4-5DB60B87A53C}" type="pres">
      <dgm:prSet presAssocID="{2FBC5BE8-DADC-4E8F-ACE0-7CA0E1CC23E7}" presName="parentLin" presStyleCnt="0"/>
      <dgm:spPr/>
    </dgm:pt>
    <dgm:pt modelId="{E758E2F3-95B7-4B57-B79C-E4997FEDB644}" type="pres">
      <dgm:prSet presAssocID="{2FBC5BE8-DADC-4E8F-ACE0-7CA0E1CC23E7}" presName="parentLeftMargin" presStyleLbl="node1" presStyleIdx="1" presStyleCnt="4"/>
      <dgm:spPr/>
    </dgm:pt>
    <dgm:pt modelId="{22642883-1CCF-420E-891E-2745B8DA3296}" type="pres">
      <dgm:prSet presAssocID="{2FBC5BE8-DADC-4E8F-ACE0-7CA0E1CC23E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3F6820-D9F4-4FB5-8072-82A059C00F51}" type="pres">
      <dgm:prSet presAssocID="{2FBC5BE8-DADC-4E8F-ACE0-7CA0E1CC23E7}" presName="negativeSpace" presStyleCnt="0"/>
      <dgm:spPr/>
    </dgm:pt>
    <dgm:pt modelId="{E3F1E738-E3A3-4262-A36C-6A1A81A81A68}" type="pres">
      <dgm:prSet presAssocID="{2FBC5BE8-DADC-4E8F-ACE0-7CA0E1CC23E7}" presName="childText" presStyleLbl="conFgAcc1" presStyleIdx="2" presStyleCnt="4">
        <dgm:presLayoutVars>
          <dgm:bulletEnabled val="1"/>
        </dgm:presLayoutVars>
      </dgm:prSet>
      <dgm:spPr/>
    </dgm:pt>
    <dgm:pt modelId="{BB548778-6CAA-40E7-ACAC-5AFFCEC7CE0B}" type="pres">
      <dgm:prSet presAssocID="{B50A5E30-FBC8-4149-BA65-AAA77E9FE668}" presName="spaceBetweenRectangles" presStyleCnt="0"/>
      <dgm:spPr/>
    </dgm:pt>
    <dgm:pt modelId="{0CD40D67-2AE8-4B47-A162-CF37A0BD44FF}" type="pres">
      <dgm:prSet presAssocID="{EC3EEF00-8C60-4811-A2A2-174D8B8CA03C}" presName="parentLin" presStyleCnt="0"/>
      <dgm:spPr/>
    </dgm:pt>
    <dgm:pt modelId="{698BADEF-64E1-4A69-8194-888A77E387BF}" type="pres">
      <dgm:prSet presAssocID="{EC3EEF00-8C60-4811-A2A2-174D8B8CA03C}" presName="parentLeftMargin" presStyleLbl="node1" presStyleIdx="2" presStyleCnt="4"/>
      <dgm:spPr/>
    </dgm:pt>
    <dgm:pt modelId="{5AC8F0CB-C3E3-41ED-B098-4A272914958E}" type="pres">
      <dgm:prSet presAssocID="{EC3EEF00-8C60-4811-A2A2-174D8B8CA03C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EE99EDD-6DE1-471D-A8EA-9B45914BB205}" type="pres">
      <dgm:prSet presAssocID="{EC3EEF00-8C60-4811-A2A2-174D8B8CA03C}" presName="negativeSpace" presStyleCnt="0"/>
      <dgm:spPr/>
    </dgm:pt>
    <dgm:pt modelId="{8C21F68A-BC12-4F11-AFB7-FDB5946B7EF6}" type="pres">
      <dgm:prSet presAssocID="{EC3EEF00-8C60-4811-A2A2-174D8B8CA03C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3DD8307-D6BF-411F-93AD-179794629023}" srcId="{071C309C-E7FE-4349-A048-CB16609AC233}" destId="{5A18A6E1-116A-4C8C-BF7F-795E92EECA59}" srcOrd="3" destOrd="0" parTransId="{DAD7086C-786E-4931-A1A6-6C75D8C724D6}" sibTransId="{83216D28-D1F4-4144-95D2-D50C1B46BECA}"/>
    <dgm:cxn modelId="{4305B00F-71A6-48A1-B290-1B7AD3280586}" type="presOf" srcId="{7E3B4C64-B834-42E2-88FF-8587BA0D8532}" destId="{F22B3DCA-65B6-48DE-A21D-134225732D94}" srcOrd="0" destOrd="2" presId="urn:microsoft.com/office/officeart/2005/8/layout/list1"/>
    <dgm:cxn modelId="{0C8F2D12-7A33-4EB6-81E2-6787B890205E}" type="presOf" srcId="{D83A3577-93FC-4F7B-86B9-8A2EAADE4858}" destId="{DA381F69-9E0A-4331-9E17-5BF73D01D8D1}" srcOrd="1" destOrd="0" presId="urn:microsoft.com/office/officeart/2005/8/layout/list1"/>
    <dgm:cxn modelId="{871AEE19-2C47-4101-9927-A7ECB49C7FA4}" type="presOf" srcId="{071C309C-E7FE-4349-A048-CB16609AC233}" destId="{BB0F9970-F07C-4B8B-96F9-E928718F9325}" srcOrd="1" destOrd="0" presId="urn:microsoft.com/office/officeart/2005/8/layout/list1"/>
    <dgm:cxn modelId="{D06AC222-C99E-479A-8863-C2CFA8F32096}" srcId="{071C309C-E7FE-4349-A048-CB16609AC233}" destId="{511343A0-C2CA-48A1-831B-15C525DA39FC}" srcOrd="1" destOrd="0" parTransId="{A32885D2-1351-4AEA-B1B7-020D03FDB482}" sibTransId="{1DC25FBF-E00E-4358-8294-32011846D42B}"/>
    <dgm:cxn modelId="{9BC3D123-09B1-4C78-8856-238730C29CD1}" type="presOf" srcId="{071C309C-E7FE-4349-A048-CB16609AC233}" destId="{52739440-24AD-48B8-9198-F5421B90ED12}" srcOrd="0" destOrd="0" presId="urn:microsoft.com/office/officeart/2005/8/layout/list1"/>
    <dgm:cxn modelId="{517B172B-AB65-46FE-871E-499BE6FDE30F}" srcId="{2FBC5BE8-DADC-4E8F-ACE0-7CA0E1CC23E7}" destId="{9F26BDAF-9F0D-4BDF-8D85-FBF91DB2E487}" srcOrd="0" destOrd="0" parTransId="{BD5DE019-E192-4062-9215-1EF0AEA8F8A1}" sibTransId="{C856B456-EF76-4616-BFA3-AF22A9EDC5AD}"/>
    <dgm:cxn modelId="{323DA930-ABD3-41CA-8559-93A7CC12B4F7}" type="presOf" srcId="{2FBC5BE8-DADC-4E8F-ACE0-7CA0E1CC23E7}" destId="{E758E2F3-95B7-4B57-B79C-E4997FEDB644}" srcOrd="0" destOrd="0" presId="urn:microsoft.com/office/officeart/2005/8/layout/list1"/>
    <dgm:cxn modelId="{455CFA34-207A-4C91-97D5-573B39786FC9}" type="presOf" srcId="{8D68388E-DA7E-48BD-8D71-6CE9DDB8F87E}" destId="{534C71AC-1B18-441B-AFBA-15BDDB39C2F4}" srcOrd="0" destOrd="0" presId="urn:microsoft.com/office/officeart/2005/8/layout/list1"/>
    <dgm:cxn modelId="{E9C95B36-1017-43AC-AB83-ED0CF53667FF}" srcId="{8D68388E-DA7E-48BD-8D71-6CE9DDB8F87E}" destId="{2FBC5BE8-DADC-4E8F-ACE0-7CA0E1CC23E7}" srcOrd="2" destOrd="0" parTransId="{3417488E-0FF3-47D2-B3B5-AB3BA8490FC6}" sibTransId="{B50A5E30-FBC8-4149-BA65-AAA77E9FE668}"/>
    <dgm:cxn modelId="{DADCCA3E-CF8E-4477-9052-526A242875D9}" type="presOf" srcId="{CFD645D5-39A7-48B2-8C65-2654CF8A6DA1}" destId="{E3F1E738-E3A3-4262-A36C-6A1A81A81A68}" srcOrd="0" destOrd="1" presId="urn:microsoft.com/office/officeart/2005/8/layout/list1"/>
    <dgm:cxn modelId="{AAAF3A62-E030-44A5-BB16-D89DED0C9B61}" type="presOf" srcId="{C185ADD2-AAAA-4606-9F51-9E5038CE6513}" destId="{E3F1E738-E3A3-4262-A36C-6A1A81A81A68}" srcOrd="0" destOrd="3" presId="urn:microsoft.com/office/officeart/2005/8/layout/list1"/>
    <dgm:cxn modelId="{409ABA69-E132-4E3F-B909-7EF3BAFB5814}" type="presOf" srcId="{B7160368-26F6-4518-89DC-ACDC80D1B72C}" destId="{E3F1E738-E3A3-4262-A36C-6A1A81A81A68}" srcOrd="0" destOrd="2" presId="urn:microsoft.com/office/officeart/2005/8/layout/list1"/>
    <dgm:cxn modelId="{65CFA171-10DD-4CF9-988D-158F130A2B35}" type="presOf" srcId="{EC3EEF00-8C60-4811-A2A2-174D8B8CA03C}" destId="{5AC8F0CB-C3E3-41ED-B098-4A272914958E}" srcOrd="1" destOrd="0" presId="urn:microsoft.com/office/officeart/2005/8/layout/list1"/>
    <dgm:cxn modelId="{BA64E758-FD8E-4498-B8CE-94ADB77CEC9E}" srcId="{071C309C-E7FE-4349-A048-CB16609AC233}" destId="{7E3B4C64-B834-42E2-88FF-8587BA0D8532}" srcOrd="2" destOrd="0" parTransId="{25AF65E0-2526-4217-93D6-C59FD6797611}" sibTransId="{E9DEF3E7-FC46-462B-A81E-2B59423CD248}"/>
    <dgm:cxn modelId="{5CC6CA7B-86EF-458D-B6C9-85709927B92A}" type="presOf" srcId="{EC3EEF00-8C60-4811-A2A2-174D8B8CA03C}" destId="{698BADEF-64E1-4A69-8194-888A77E387BF}" srcOrd="0" destOrd="0" presId="urn:microsoft.com/office/officeart/2005/8/layout/list1"/>
    <dgm:cxn modelId="{684AA37D-36A9-467D-99D2-62F98DE6AC73}" srcId="{2FBC5BE8-DADC-4E8F-ACE0-7CA0E1CC23E7}" destId="{CFD645D5-39A7-48B2-8C65-2654CF8A6DA1}" srcOrd="1" destOrd="0" parTransId="{F0E048F5-8EB8-419C-91F0-5FEC2B963291}" sibTransId="{3078AF68-898A-400A-B46D-B3DCF203AA55}"/>
    <dgm:cxn modelId="{75A22083-6140-4EC4-8606-BE2C4D78694F}" srcId="{8D68388E-DA7E-48BD-8D71-6CE9DDB8F87E}" destId="{EC3EEF00-8C60-4811-A2A2-174D8B8CA03C}" srcOrd="3" destOrd="0" parTransId="{E15D4E3F-798B-4F26-8061-37A3D0C94C13}" sibTransId="{5B21F9E1-8EEA-4061-94EB-27172536E3AD}"/>
    <dgm:cxn modelId="{B187998A-2306-4912-A0C2-F48AFF92181E}" srcId="{8D68388E-DA7E-48BD-8D71-6CE9DDB8F87E}" destId="{071C309C-E7FE-4349-A048-CB16609AC233}" srcOrd="1" destOrd="0" parTransId="{F4DB2315-F464-40C9-BFE1-BFFE0529ADB6}" sibTransId="{6F730175-48C9-4CAF-AD0E-155C5A1FF117}"/>
    <dgm:cxn modelId="{A3899D8A-B841-49E6-973F-DAD01FE1368C}" srcId="{2FBC5BE8-DADC-4E8F-ACE0-7CA0E1CC23E7}" destId="{B7160368-26F6-4518-89DC-ACDC80D1B72C}" srcOrd="2" destOrd="0" parTransId="{4E7207C2-E2CB-4970-8CED-86CB8BF52CFC}" sibTransId="{2EA53E46-BD3E-4F0F-A3B0-7BD80EB70084}"/>
    <dgm:cxn modelId="{CA62E091-B1F9-451A-A550-2AAA83024A51}" type="presOf" srcId="{9F26BDAF-9F0D-4BDF-8D85-FBF91DB2E487}" destId="{E3F1E738-E3A3-4262-A36C-6A1A81A81A68}" srcOrd="0" destOrd="0" presId="urn:microsoft.com/office/officeart/2005/8/layout/list1"/>
    <dgm:cxn modelId="{A813E697-E7F1-41F8-ADAC-6C9B3727690F}" srcId="{8D68388E-DA7E-48BD-8D71-6CE9DDB8F87E}" destId="{D83A3577-93FC-4F7B-86B9-8A2EAADE4858}" srcOrd="0" destOrd="0" parTransId="{0F19F2AB-06A5-4D12-8B88-E993383E8187}" sibTransId="{D2FF4428-992A-46A0-89BB-6A1C4B5F3F1F}"/>
    <dgm:cxn modelId="{FAFB2C9C-15B0-4A92-BA5A-E1122E5A8B6C}" srcId="{071C309C-E7FE-4349-A048-CB16609AC233}" destId="{75E2A555-5D75-418D-98F5-4AC949E74702}" srcOrd="0" destOrd="0" parTransId="{EF37F307-3765-4CEB-BB27-B057B9FC309F}" sibTransId="{01A90936-E787-4064-ADC4-1A2970BCB429}"/>
    <dgm:cxn modelId="{F2BF5BA4-6979-4E2A-9106-F2C690B3BBDF}" type="presOf" srcId="{5A18A6E1-116A-4C8C-BF7F-795E92EECA59}" destId="{F22B3DCA-65B6-48DE-A21D-134225732D94}" srcOrd="0" destOrd="3" presId="urn:microsoft.com/office/officeart/2005/8/layout/list1"/>
    <dgm:cxn modelId="{E7E2CDBE-B460-4BB4-A53F-C53061F562AF}" type="presOf" srcId="{2FBC5BE8-DADC-4E8F-ACE0-7CA0E1CC23E7}" destId="{22642883-1CCF-420E-891E-2745B8DA3296}" srcOrd="1" destOrd="0" presId="urn:microsoft.com/office/officeart/2005/8/layout/list1"/>
    <dgm:cxn modelId="{3093B9C2-6270-4BD8-843B-C1D8EAB16E58}" srcId="{2FBC5BE8-DADC-4E8F-ACE0-7CA0E1CC23E7}" destId="{C185ADD2-AAAA-4606-9F51-9E5038CE6513}" srcOrd="3" destOrd="0" parTransId="{2EC6A056-100A-4BE3-9726-0C0335F8AD73}" sibTransId="{2E385DA6-7192-4841-821B-580252AADEF5}"/>
    <dgm:cxn modelId="{0BC1A1E8-8CBB-4AAF-9735-355EF1D23F60}" type="presOf" srcId="{75E2A555-5D75-418D-98F5-4AC949E74702}" destId="{F22B3DCA-65B6-48DE-A21D-134225732D94}" srcOrd="0" destOrd="0" presId="urn:microsoft.com/office/officeart/2005/8/layout/list1"/>
    <dgm:cxn modelId="{C1E683F0-2320-4ADC-836A-7E5CEE929F44}" type="presOf" srcId="{D83A3577-93FC-4F7B-86B9-8A2EAADE4858}" destId="{1564D7B9-4F2C-435F-86FC-E739404419DB}" srcOrd="0" destOrd="0" presId="urn:microsoft.com/office/officeart/2005/8/layout/list1"/>
    <dgm:cxn modelId="{1A8FD0F7-1DA5-49D5-953B-EAC12B6E4C8B}" type="presOf" srcId="{511343A0-C2CA-48A1-831B-15C525DA39FC}" destId="{F22B3DCA-65B6-48DE-A21D-134225732D94}" srcOrd="0" destOrd="1" presId="urn:microsoft.com/office/officeart/2005/8/layout/list1"/>
    <dgm:cxn modelId="{C16E1581-480D-45A3-94B4-9DABB328FD6D}" type="presParOf" srcId="{534C71AC-1B18-441B-AFBA-15BDDB39C2F4}" destId="{80D33E68-B825-46A3-ACD4-99C31C5B7ABD}" srcOrd="0" destOrd="0" presId="urn:microsoft.com/office/officeart/2005/8/layout/list1"/>
    <dgm:cxn modelId="{4714D040-49FF-4774-A914-45BE1BFCED19}" type="presParOf" srcId="{80D33E68-B825-46A3-ACD4-99C31C5B7ABD}" destId="{1564D7B9-4F2C-435F-86FC-E739404419DB}" srcOrd="0" destOrd="0" presId="urn:microsoft.com/office/officeart/2005/8/layout/list1"/>
    <dgm:cxn modelId="{2FE4D382-47C6-4E67-A8E1-58A9A4BC9821}" type="presParOf" srcId="{80D33E68-B825-46A3-ACD4-99C31C5B7ABD}" destId="{DA381F69-9E0A-4331-9E17-5BF73D01D8D1}" srcOrd="1" destOrd="0" presId="urn:microsoft.com/office/officeart/2005/8/layout/list1"/>
    <dgm:cxn modelId="{FC01A8FE-3583-4729-A270-0A8C52F7BEAE}" type="presParOf" srcId="{534C71AC-1B18-441B-AFBA-15BDDB39C2F4}" destId="{07538BD3-7B9F-4479-9962-C72B7FBD7658}" srcOrd="1" destOrd="0" presId="urn:microsoft.com/office/officeart/2005/8/layout/list1"/>
    <dgm:cxn modelId="{72DC5472-92CC-4249-9DB6-EEA1283CDB4D}" type="presParOf" srcId="{534C71AC-1B18-441B-AFBA-15BDDB39C2F4}" destId="{AF98EA70-FB27-45D0-A9E8-8B6CD0A3127A}" srcOrd="2" destOrd="0" presId="urn:microsoft.com/office/officeart/2005/8/layout/list1"/>
    <dgm:cxn modelId="{0B764BFA-103E-458D-B9BD-FB37ABFD4CF0}" type="presParOf" srcId="{534C71AC-1B18-441B-AFBA-15BDDB39C2F4}" destId="{A7714463-1D29-4FB8-BC6B-BC7F1B34FBB2}" srcOrd="3" destOrd="0" presId="urn:microsoft.com/office/officeart/2005/8/layout/list1"/>
    <dgm:cxn modelId="{C11C5279-610F-414F-A802-07AFEA4EA157}" type="presParOf" srcId="{534C71AC-1B18-441B-AFBA-15BDDB39C2F4}" destId="{284CD62C-85BD-443C-9703-A5D600FF0CC9}" srcOrd="4" destOrd="0" presId="urn:microsoft.com/office/officeart/2005/8/layout/list1"/>
    <dgm:cxn modelId="{14ED2F57-73F0-459A-9244-9EE306B7CF1B}" type="presParOf" srcId="{284CD62C-85BD-443C-9703-A5D600FF0CC9}" destId="{52739440-24AD-48B8-9198-F5421B90ED12}" srcOrd="0" destOrd="0" presId="urn:microsoft.com/office/officeart/2005/8/layout/list1"/>
    <dgm:cxn modelId="{C1878D9A-0B87-404D-9A33-205A2ABCB8DC}" type="presParOf" srcId="{284CD62C-85BD-443C-9703-A5D600FF0CC9}" destId="{BB0F9970-F07C-4B8B-96F9-E928718F9325}" srcOrd="1" destOrd="0" presId="urn:microsoft.com/office/officeart/2005/8/layout/list1"/>
    <dgm:cxn modelId="{84045921-AEF1-4126-9A1F-C863158971ED}" type="presParOf" srcId="{534C71AC-1B18-441B-AFBA-15BDDB39C2F4}" destId="{E761E1D2-5EE5-430F-B558-E56E0DF03F83}" srcOrd="5" destOrd="0" presId="urn:microsoft.com/office/officeart/2005/8/layout/list1"/>
    <dgm:cxn modelId="{2E3C366A-247E-4C92-B662-C93A8C506417}" type="presParOf" srcId="{534C71AC-1B18-441B-AFBA-15BDDB39C2F4}" destId="{F22B3DCA-65B6-48DE-A21D-134225732D94}" srcOrd="6" destOrd="0" presId="urn:microsoft.com/office/officeart/2005/8/layout/list1"/>
    <dgm:cxn modelId="{369E9719-4FA1-4879-97C7-F9C763A4986A}" type="presParOf" srcId="{534C71AC-1B18-441B-AFBA-15BDDB39C2F4}" destId="{6CF671E1-6997-4F53-959D-95ECB329CE94}" srcOrd="7" destOrd="0" presId="urn:microsoft.com/office/officeart/2005/8/layout/list1"/>
    <dgm:cxn modelId="{3329E3AC-49E7-44E6-99A3-E9CF91E70551}" type="presParOf" srcId="{534C71AC-1B18-441B-AFBA-15BDDB39C2F4}" destId="{9CD0556B-5C03-4870-8BD4-5DB60B87A53C}" srcOrd="8" destOrd="0" presId="urn:microsoft.com/office/officeart/2005/8/layout/list1"/>
    <dgm:cxn modelId="{C2C02DA4-1D59-4683-9289-275868D88956}" type="presParOf" srcId="{9CD0556B-5C03-4870-8BD4-5DB60B87A53C}" destId="{E758E2F3-95B7-4B57-B79C-E4997FEDB644}" srcOrd="0" destOrd="0" presId="urn:microsoft.com/office/officeart/2005/8/layout/list1"/>
    <dgm:cxn modelId="{7EE3A583-728A-46D2-9057-AACB1E34F091}" type="presParOf" srcId="{9CD0556B-5C03-4870-8BD4-5DB60B87A53C}" destId="{22642883-1CCF-420E-891E-2745B8DA3296}" srcOrd="1" destOrd="0" presId="urn:microsoft.com/office/officeart/2005/8/layout/list1"/>
    <dgm:cxn modelId="{06D88394-A4FA-4227-87A8-55D60514EE87}" type="presParOf" srcId="{534C71AC-1B18-441B-AFBA-15BDDB39C2F4}" destId="{FD3F6820-D9F4-4FB5-8072-82A059C00F51}" srcOrd="9" destOrd="0" presId="urn:microsoft.com/office/officeart/2005/8/layout/list1"/>
    <dgm:cxn modelId="{8ACDC692-B433-4BB4-9DE8-BCF2D5883D52}" type="presParOf" srcId="{534C71AC-1B18-441B-AFBA-15BDDB39C2F4}" destId="{E3F1E738-E3A3-4262-A36C-6A1A81A81A68}" srcOrd="10" destOrd="0" presId="urn:microsoft.com/office/officeart/2005/8/layout/list1"/>
    <dgm:cxn modelId="{7217AB5A-534E-406F-9EB0-2AF7AE0DDDA7}" type="presParOf" srcId="{534C71AC-1B18-441B-AFBA-15BDDB39C2F4}" destId="{BB548778-6CAA-40E7-ACAC-5AFFCEC7CE0B}" srcOrd="11" destOrd="0" presId="urn:microsoft.com/office/officeart/2005/8/layout/list1"/>
    <dgm:cxn modelId="{0532468B-CD02-42ED-9D5C-288AAA7F9402}" type="presParOf" srcId="{534C71AC-1B18-441B-AFBA-15BDDB39C2F4}" destId="{0CD40D67-2AE8-4B47-A162-CF37A0BD44FF}" srcOrd="12" destOrd="0" presId="urn:microsoft.com/office/officeart/2005/8/layout/list1"/>
    <dgm:cxn modelId="{D2906C38-E0B2-4802-90B7-E95AD8BF36B1}" type="presParOf" srcId="{0CD40D67-2AE8-4B47-A162-CF37A0BD44FF}" destId="{698BADEF-64E1-4A69-8194-888A77E387BF}" srcOrd="0" destOrd="0" presId="urn:microsoft.com/office/officeart/2005/8/layout/list1"/>
    <dgm:cxn modelId="{9DEA2849-0655-4D3F-979E-DBBC4FEDCF4F}" type="presParOf" srcId="{0CD40D67-2AE8-4B47-A162-CF37A0BD44FF}" destId="{5AC8F0CB-C3E3-41ED-B098-4A272914958E}" srcOrd="1" destOrd="0" presId="urn:microsoft.com/office/officeart/2005/8/layout/list1"/>
    <dgm:cxn modelId="{059A0033-825E-4916-AE91-A2C26766A17F}" type="presParOf" srcId="{534C71AC-1B18-441B-AFBA-15BDDB39C2F4}" destId="{0EE99EDD-6DE1-471D-A8EA-9B45914BB205}" srcOrd="13" destOrd="0" presId="urn:microsoft.com/office/officeart/2005/8/layout/list1"/>
    <dgm:cxn modelId="{9410FE95-F7E6-44D8-B17D-D602D15D349E}" type="presParOf" srcId="{534C71AC-1B18-441B-AFBA-15BDDB39C2F4}" destId="{8C21F68A-BC12-4F11-AFB7-FDB5946B7EF6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81C2C61-C636-441A-8E95-2D644467F827}" type="doc">
      <dgm:prSet loTypeId="urn:microsoft.com/office/officeart/2024/3/layout/hArc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B9D6542-786B-47A8-9A40-1CD494C4E9C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200" b="1"/>
            <a:t>1. BioBERT</a:t>
          </a:r>
          <a:r>
            <a:rPr lang="en-US" sz="1200"/>
            <a:t> (Medical Text Understanding)</a:t>
          </a:r>
        </a:p>
      </dgm:t>
    </dgm:pt>
    <dgm:pt modelId="{366B4873-A043-46B6-B206-3FA8D0E4314D}" type="parTrans" cxnId="{C9AF2B32-436C-4142-AA97-651014D4EBBF}">
      <dgm:prSet/>
      <dgm:spPr/>
      <dgm:t>
        <a:bodyPr/>
        <a:lstStyle/>
        <a:p>
          <a:endParaRPr lang="en-US" sz="1200"/>
        </a:p>
      </dgm:t>
    </dgm:pt>
    <dgm:pt modelId="{12726A0A-8ACF-4789-9F89-994F8FEAA2C3}" type="sibTrans" cxnId="{C9AF2B32-436C-4142-AA97-651014D4EBB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200"/>
        </a:p>
      </dgm:t>
    </dgm:pt>
    <dgm:pt modelId="{5AF52866-FD45-49ED-940E-B1441EF51E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 dirty="0"/>
            <a:t>Purpose:</a:t>
          </a:r>
          <a:r>
            <a:rPr lang="en-US" sz="1200" dirty="0"/>
            <a:t> Analyze medical accuracy of student responses</a:t>
          </a:r>
        </a:p>
      </dgm:t>
    </dgm:pt>
    <dgm:pt modelId="{136DC012-4166-474D-980F-259C33FE752F}" type="parTrans" cxnId="{20EB6DCC-276D-4A46-A9B9-6C855AACCEE4}">
      <dgm:prSet/>
      <dgm:spPr/>
      <dgm:t>
        <a:bodyPr/>
        <a:lstStyle/>
        <a:p>
          <a:endParaRPr lang="en-US" sz="1200"/>
        </a:p>
      </dgm:t>
    </dgm:pt>
    <dgm:pt modelId="{DAD67884-50FB-423F-A2DF-903F67B8BA38}" type="sibTrans" cxnId="{20EB6DCC-276D-4A46-A9B9-6C855AACCEE4}">
      <dgm:prSet/>
      <dgm:spPr/>
      <dgm:t>
        <a:bodyPr/>
        <a:lstStyle/>
        <a:p>
          <a:endParaRPr lang="en-US" sz="1200"/>
        </a:p>
      </dgm:t>
    </dgm:pt>
    <dgm:pt modelId="{1FC242BD-C5E9-4B35-889E-EFEDDD003E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Source:</a:t>
          </a:r>
          <a:r>
            <a:rPr lang="en-US" sz="1200"/>
            <a:t> Hugging Face Hub</a:t>
          </a:r>
        </a:p>
      </dgm:t>
    </dgm:pt>
    <dgm:pt modelId="{E0C41411-3488-422C-AF48-AEDCE4D9BC5A}" type="parTrans" cxnId="{4A7D78D7-C5C2-427F-9845-ADBFE0DC0CAD}">
      <dgm:prSet/>
      <dgm:spPr/>
      <dgm:t>
        <a:bodyPr/>
        <a:lstStyle/>
        <a:p>
          <a:endParaRPr lang="en-US" sz="1200"/>
        </a:p>
      </dgm:t>
    </dgm:pt>
    <dgm:pt modelId="{9D05D535-3520-4353-849E-921A12B58DE3}" type="sibTrans" cxnId="{4A7D78D7-C5C2-427F-9845-ADBFE0DC0CAD}">
      <dgm:prSet/>
      <dgm:spPr/>
      <dgm:t>
        <a:bodyPr/>
        <a:lstStyle/>
        <a:p>
          <a:endParaRPr lang="en-US" sz="1200"/>
        </a:p>
      </dgm:t>
    </dgm:pt>
    <dgm:pt modelId="{45B97B79-3499-4414-BA71-671F4C710A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Cost:</a:t>
          </a:r>
          <a:r>
            <a:rPr lang="en-US" sz="1200"/>
            <a:t> FREE (self-hosted)</a:t>
          </a:r>
        </a:p>
      </dgm:t>
    </dgm:pt>
    <dgm:pt modelId="{BC983AD1-2E69-422C-BDF7-3E5888B8CB47}" type="parTrans" cxnId="{91684C26-6B4A-49B8-8296-DF5E81463C19}">
      <dgm:prSet/>
      <dgm:spPr/>
      <dgm:t>
        <a:bodyPr/>
        <a:lstStyle/>
        <a:p>
          <a:endParaRPr lang="en-US" sz="1200"/>
        </a:p>
      </dgm:t>
    </dgm:pt>
    <dgm:pt modelId="{D473F96E-E153-4F40-844B-35FAE6AA5301}" type="sibTrans" cxnId="{91684C26-6B4A-49B8-8296-DF5E81463C19}">
      <dgm:prSet/>
      <dgm:spPr/>
      <dgm:t>
        <a:bodyPr/>
        <a:lstStyle/>
        <a:p>
          <a:endParaRPr lang="en-US" sz="1200"/>
        </a:p>
      </dgm:t>
    </dgm:pt>
    <dgm:pt modelId="{87A63A61-E03F-44B8-B91F-AEDADD4FAB16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200" b="1"/>
            <a:t>2. DialoGPT</a:t>
          </a:r>
          <a:r>
            <a:rPr lang="en-US" sz="1200"/>
            <a:t> (Conversational AI)</a:t>
          </a:r>
        </a:p>
      </dgm:t>
    </dgm:pt>
    <dgm:pt modelId="{ABB67D72-49F1-43FE-A772-ED0B8571BA2B}" type="parTrans" cxnId="{DBC76461-65A5-4905-BDB6-3CE5F2F042CB}">
      <dgm:prSet/>
      <dgm:spPr/>
      <dgm:t>
        <a:bodyPr/>
        <a:lstStyle/>
        <a:p>
          <a:endParaRPr lang="en-US" sz="1200"/>
        </a:p>
      </dgm:t>
    </dgm:pt>
    <dgm:pt modelId="{E740E349-DAF8-486E-9B97-A9241D34D0B5}" type="sibTrans" cxnId="{DBC76461-65A5-4905-BDB6-3CE5F2F042CB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200"/>
        </a:p>
      </dgm:t>
    </dgm:pt>
    <dgm:pt modelId="{C45903E7-8BE7-4387-BCC6-11FC5EE081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Purpose:</a:t>
          </a:r>
          <a:r>
            <a:rPr lang="en-US" sz="1200"/>
            <a:t> Generate Socratic teaching responses</a:t>
          </a:r>
        </a:p>
      </dgm:t>
    </dgm:pt>
    <dgm:pt modelId="{3852E6DB-3A5C-4BD0-AD1D-4E626D576D44}" type="parTrans" cxnId="{5FA0D4AD-4B02-48D2-9458-650DD72AD012}">
      <dgm:prSet/>
      <dgm:spPr/>
      <dgm:t>
        <a:bodyPr/>
        <a:lstStyle/>
        <a:p>
          <a:endParaRPr lang="en-US" sz="1200"/>
        </a:p>
      </dgm:t>
    </dgm:pt>
    <dgm:pt modelId="{17F7BF11-71BD-4515-A121-ADFD6A4CB43D}" type="sibTrans" cxnId="{5FA0D4AD-4B02-48D2-9458-650DD72AD012}">
      <dgm:prSet/>
      <dgm:spPr/>
      <dgm:t>
        <a:bodyPr/>
        <a:lstStyle/>
        <a:p>
          <a:endParaRPr lang="en-US" sz="1200"/>
        </a:p>
      </dgm:t>
    </dgm:pt>
    <dgm:pt modelId="{FCF69E52-E9DF-4F2D-8C51-934CEB00DF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Source:</a:t>
          </a:r>
          <a:r>
            <a:rPr lang="en-US" sz="1200"/>
            <a:t> Hugging Face Hub</a:t>
          </a:r>
        </a:p>
      </dgm:t>
    </dgm:pt>
    <dgm:pt modelId="{EB2A84C5-2BDF-47ED-B111-E8C300F7AEF6}" type="parTrans" cxnId="{A79340AB-82D7-4D20-AFCA-93D7F84895A2}">
      <dgm:prSet/>
      <dgm:spPr/>
      <dgm:t>
        <a:bodyPr/>
        <a:lstStyle/>
        <a:p>
          <a:endParaRPr lang="en-US" sz="1200"/>
        </a:p>
      </dgm:t>
    </dgm:pt>
    <dgm:pt modelId="{D0DC9CA1-F3C4-497C-8240-E48336341D97}" type="sibTrans" cxnId="{A79340AB-82D7-4D20-AFCA-93D7F84895A2}">
      <dgm:prSet/>
      <dgm:spPr/>
      <dgm:t>
        <a:bodyPr/>
        <a:lstStyle/>
        <a:p>
          <a:endParaRPr lang="en-US" sz="1200"/>
        </a:p>
      </dgm:t>
    </dgm:pt>
    <dgm:pt modelId="{7F7ED048-7F72-4399-BC99-C703BEAEB99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Cost:</a:t>
          </a:r>
          <a:r>
            <a:rPr lang="en-US" sz="1200"/>
            <a:t> FREE (self-hosted)</a:t>
          </a:r>
        </a:p>
      </dgm:t>
    </dgm:pt>
    <dgm:pt modelId="{87993D8F-201B-4B5D-BEA8-6EF271C52370}" type="parTrans" cxnId="{16977DC1-926C-4B31-8FB4-CBC7E900E742}">
      <dgm:prSet/>
      <dgm:spPr/>
      <dgm:t>
        <a:bodyPr/>
        <a:lstStyle/>
        <a:p>
          <a:endParaRPr lang="en-US" sz="1200"/>
        </a:p>
      </dgm:t>
    </dgm:pt>
    <dgm:pt modelId="{6AA00D25-16D1-4680-8CC8-4DBDD8D4A9E3}" type="sibTrans" cxnId="{16977DC1-926C-4B31-8FB4-CBC7E900E742}">
      <dgm:prSet/>
      <dgm:spPr/>
      <dgm:t>
        <a:bodyPr/>
        <a:lstStyle/>
        <a:p>
          <a:endParaRPr lang="en-US" sz="1200"/>
        </a:p>
      </dgm:t>
    </dgm:pt>
    <dgm:pt modelId="{33DEB365-0029-4D66-AA4A-281078E1A8CB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200" b="1"/>
            <a:t>3. Sentence Transformers</a:t>
          </a:r>
          <a:r>
            <a:rPr lang="en-US" sz="1200"/>
            <a:t> (Response Assessment)</a:t>
          </a:r>
        </a:p>
      </dgm:t>
    </dgm:pt>
    <dgm:pt modelId="{FAD0DBD6-227E-4424-A807-654D59B24394}" type="parTrans" cxnId="{A938435B-96EF-4D85-B6C3-11D508CDDC94}">
      <dgm:prSet/>
      <dgm:spPr/>
      <dgm:t>
        <a:bodyPr/>
        <a:lstStyle/>
        <a:p>
          <a:endParaRPr lang="en-US" sz="1200"/>
        </a:p>
      </dgm:t>
    </dgm:pt>
    <dgm:pt modelId="{488638E8-203D-415B-A62B-DF77607B36CC}" type="sibTrans" cxnId="{A938435B-96EF-4D85-B6C3-11D508CDDC94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200"/>
        </a:p>
      </dgm:t>
    </dgm:pt>
    <dgm:pt modelId="{51E89E4F-118C-4EEF-A618-94C2BEBA28E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Purpose:</a:t>
          </a:r>
          <a:r>
            <a:rPr lang="en-US" sz="1200"/>
            <a:t> Evaluate student answer quality vs. ideal responses</a:t>
          </a:r>
        </a:p>
      </dgm:t>
    </dgm:pt>
    <dgm:pt modelId="{73A3EE4E-A4AA-451B-B21A-73628B8B042E}" type="parTrans" cxnId="{C7F7FB67-558A-4446-BDA0-6BEFE3C2174B}">
      <dgm:prSet/>
      <dgm:spPr/>
      <dgm:t>
        <a:bodyPr/>
        <a:lstStyle/>
        <a:p>
          <a:endParaRPr lang="en-US" sz="1200"/>
        </a:p>
      </dgm:t>
    </dgm:pt>
    <dgm:pt modelId="{40375D4E-F667-4F08-AF81-66E417A3186E}" type="sibTrans" cxnId="{C7F7FB67-558A-4446-BDA0-6BEFE3C2174B}">
      <dgm:prSet/>
      <dgm:spPr/>
      <dgm:t>
        <a:bodyPr/>
        <a:lstStyle/>
        <a:p>
          <a:endParaRPr lang="en-US" sz="1200"/>
        </a:p>
      </dgm:t>
    </dgm:pt>
    <dgm:pt modelId="{DC19423A-0222-47A8-B6FD-E715DAB2980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Source:</a:t>
          </a:r>
          <a:r>
            <a:rPr lang="en-US" sz="1200"/>
            <a:t> Hugging Face Hub</a:t>
          </a:r>
        </a:p>
      </dgm:t>
    </dgm:pt>
    <dgm:pt modelId="{A0EC049E-5728-4512-B94B-8FBC62958A69}" type="parTrans" cxnId="{5BC6940A-8B1B-4D83-9457-545898BC0C3B}">
      <dgm:prSet/>
      <dgm:spPr/>
      <dgm:t>
        <a:bodyPr/>
        <a:lstStyle/>
        <a:p>
          <a:endParaRPr lang="en-US" sz="1200"/>
        </a:p>
      </dgm:t>
    </dgm:pt>
    <dgm:pt modelId="{841E426B-C625-4DC0-854A-AB523ED12427}" type="sibTrans" cxnId="{5BC6940A-8B1B-4D83-9457-545898BC0C3B}">
      <dgm:prSet/>
      <dgm:spPr/>
      <dgm:t>
        <a:bodyPr/>
        <a:lstStyle/>
        <a:p>
          <a:endParaRPr lang="en-US" sz="1200"/>
        </a:p>
      </dgm:t>
    </dgm:pt>
    <dgm:pt modelId="{FEF1A95E-0465-43A5-9519-59B5336C47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Cost:</a:t>
          </a:r>
          <a:r>
            <a:rPr lang="en-US" sz="1200"/>
            <a:t> FREE (self-hosted)</a:t>
          </a:r>
        </a:p>
      </dgm:t>
    </dgm:pt>
    <dgm:pt modelId="{EEFA2A30-78FC-481B-BFCD-59A15CF7B96F}" type="parTrans" cxnId="{FD1CA7AE-5440-4B95-9D47-F58233EE433C}">
      <dgm:prSet/>
      <dgm:spPr/>
      <dgm:t>
        <a:bodyPr/>
        <a:lstStyle/>
        <a:p>
          <a:endParaRPr lang="en-US" sz="1200"/>
        </a:p>
      </dgm:t>
    </dgm:pt>
    <dgm:pt modelId="{45AF58FA-E734-467D-B99E-7A1076393DB0}" type="sibTrans" cxnId="{FD1CA7AE-5440-4B95-9D47-F58233EE433C}">
      <dgm:prSet/>
      <dgm:spPr/>
      <dgm:t>
        <a:bodyPr/>
        <a:lstStyle/>
        <a:p>
          <a:endParaRPr lang="en-US" sz="1200"/>
        </a:p>
      </dgm:t>
    </dgm:pt>
    <dgm:pt modelId="{9288E2F9-1076-415F-8A7E-7D57EA115FDE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sz="1200" b="1"/>
            <a:t>4. OpenAI GPT-4</a:t>
          </a:r>
          <a:r>
            <a:rPr lang="en-US" sz="1200"/>
            <a:t> (Fallback System)</a:t>
          </a:r>
        </a:p>
      </dgm:t>
    </dgm:pt>
    <dgm:pt modelId="{502F4C9E-A4BA-4E63-90DE-38B12630F671}" type="parTrans" cxnId="{0205CC57-2649-4973-90A5-24CDD24E2F1F}">
      <dgm:prSet/>
      <dgm:spPr/>
      <dgm:t>
        <a:bodyPr/>
        <a:lstStyle/>
        <a:p>
          <a:endParaRPr lang="en-US" sz="1200"/>
        </a:p>
      </dgm:t>
    </dgm:pt>
    <dgm:pt modelId="{300BE738-1D31-418A-8576-EE436E9C6A16}" type="sibTrans" cxnId="{0205CC57-2649-4973-90A5-24CDD24E2F1F}">
      <dgm:prSet/>
      <dgm:spPr/>
      <dgm:t>
        <a:bodyPr/>
        <a:lstStyle/>
        <a:p>
          <a:pPr>
            <a:lnSpc>
              <a:spcPct val="100000"/>
            </a:lnSpc>
            <a:defRPr b="1"/>
          </a:pPr>
          <a:endParaRPr lang="en-US" sz="1200"/>
        </a:p>
      </dgm:t>
    </dgm:pt>
    <dgm:pt modelId="{4DCEAD5F-4ACA-4A49-8B8A-1A39F53804A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Purpose:</a:t>
          </a:r>
          <a:r>
            <a:rPr lang="en-US" sz="1200"/>
            <a:t> Handle complex scenarios when other models struggle</a:t>
          </a:r>
        </a:p>
      </dgm:t>
    </dgm:pt>
    <dgm:pt modelId="{69397562-C0B0-49EC-AC83-A8680BE28065}" type="parTrans" cxnId="{7FE1A4C7-9754-4502-B01B-BC06E6369601}">
      <dgm:prSet/>
      <dgm:spPr/>
      <dgm:t>
        <a:bodyPr/>
        <a:lstStyle/>
        <a:p>
          <a:endParaRPr lang="en-US" sz="1200"/>
        </a:p>
      </dgm:t>
    </dgm:pt>
    <dgm:pt modelId="{20BEA8F1-0220-4346-9BFA-54BE18E274D0}" type="sibTrans" cxnId="{7FE1A4C7-9754-4502-B01B-BC06E6369601}">
      <dgm:prSet/>
      <dgm:spPr/>
      <dgm:t>
        <a:bodyPr/>
        <a:lstStyle/>
        <a:p>
          <a:endParaRPr lang="en-US" sz="1200"/>
        </a:p>
      </dgm:t>
    </dgm:pt>
    <dgm:pt modelId="{77C656FC-2875-4240-805F-7634B26D62E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Source:</a:t>
          </a:r>
          <a:r>
            <a:rPr lang="en-US" sz="1200"/>
            <a:t> OpenAI API</a:t>
          </a:r>
        </a:p>
      </dgm:t>
    </dgm:pt>
    <dgm:pt modelId="{581D9A6B-A8D4-4A72-BFAB-F46CCD8655CB}" type="parTrans" cxnId="{0F1C835F-C832-4AA6-AB1C-3190A6BD7E94}">
      <dgm:prSet/>
      <dgm:spPr/>
      <dgm:t>
        <a:bodyPr/>
        <a:lstStyle/>
        <a:p>
          <a:endParaRPr lang="en-US" sz="1200"/>
        </a:p>
      </dgm:t>
    </dgm:pt>
    <dgm:pt modelId="{65A71C31-066B-457F-AB49-937E1E93BBE4}" type="sibTrans" cxnId="{0F1C835F-C832-4AA6-AB1C-3190A6BD7E94}">
      <dgm:prSet/>
      <dgm:spPr/>
      <dgm:t>
        <a:bodyPr/>
        <a:lstStyle/>
        <a:p>
          <a:endParaRPr lang="en-US" sz="1200"/>
        </a:p>
      </dgm:t>
    </dgm:pt>
    <dgm:pt modelId="{A9F32169-0870-4F74-8B15-E9527AF2105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200" b="1"/>
            <a:t>Cost:</a:t>
          </a:r>
          <a:r>
            <a:rPr lang="en-US" sz="1200"/>
            <a:t> $20-50/month (limited usage for development)</a:t>
          </a:r>
        </a:p>
      </dgm:t>
    </dgm:pt>
    <dgm:pt modelId="{1F422F33-4808-494C-BE55-8F560B43274D}" type="parTrans" cxnId="{1B1080A2-DDE3-4980-8B85-AEE781275767}">
      <dgm:prSet/>
      <dgm:spPr/>
      <dgm:t>
        <a:bodyPr/>
        <a:lstStyle/>
        <a:p>
          <a:endParaRPr lang="en-US" sz="1200"/>
        </a:p>
      </dgm:t>
    </dgm:pt>
    <dgm:pt modelId="{D779AF1D-AE40-46B9-BBA5-91220D538463}" type="sibTrans" cxnId="{1B1080A2-DDE3-4980-8B85-AEE781275767}">
      <dgm:prSet/>
      <dgm:spPr/>
      <dgm:t>
        <a:bodyPr/>
        <a:lstStyle/>
        <a:p>
          <a:endParaRPr lang="en-US" sz="1200"/>
        </a:p>
      </dgm:t>
    </dgm:pt>
    <dgm:pt modelId="{9F6DE552-9532-475A-AAA9-BF63C518F249}" type="pres">
      <dgm:prSet presAssocID="{081C2C61-C636-441A-8E95-2D644467F827}" presName="Name0" presStyleCnt="0">
        <dgm:presLayoutVars>
          <dgm:dir/>
          <dgm:resizeHandles val="exact"/>
        </dgm:presLayoutVars>
      </dgm:prSet>
      <dgm:spPr/>
    </dgm:pt>
    <dgm:pt modelId="{A899BEF8-8831-427A-9E11-35ECA214B9DF}" type="pres">
      <dgm:prSet presAssocID="{3B9D6542-786B-47A8-9A40-1CD494C4E9CB}" presName="compNode" presStyleCnt="0"/>
      <dgm:spPr/>
    </dgm:pt>
    <dgm:pt modelId="{4FD07B97-C3AF-4B92-823B-ECC5EAA990A6}" type="pres">
      <dgm:prSet presAssocID="{3B9D6542-786B-47A8-9A40-1CD494C4E9CB}" presName="pictRect" presStyleLbl="revTx" presStyleIdx="0" presStyleCnt="8">
        <dgm:presLayoutVars>
          <dgm:chMax val="0"/>
          <dgm:bulletEnabled/>
        </dgm:presLayoutVars>
      </dgm:prSet>
      <dgm:spPr/>
    </dgm:pt>
    <dgm:pt modelId="{7CEA5593-0A24-4574-8A34-82A24904FCDD}" type="pres">
      <dgm:prSet presAssocID="{3B9D6542-786B-47A8-9A40-1CD494C4E9CB}" presName="textRect" presStyleLbl="revTx" presStyleIdx="1" presStyleCnt="8">
        <dgm:presLayoutVars>
          <dgm:bulletEnabled/>
        </dgm:presLayoutVars>
      </dgm:prSet>
      <dgm:spPr/>
    </dgm:pt>
    <dgm:pt modelId="{0F6C6822-76D3-45FD-99A9-3402E9D3D939}" type="pres">
      <dgm:prSet presAssocID="{12726A0A-8ACF-4789-9F89-994F8FEAA2C3}" presName="sibTrans" presStyleLbl="sibTrans2D1" presStyleIdx="0" presStyleCnt="0"/>
      <dgm:spPr/>
    </dgm:pt>
    <dgm:pt modelId="{23E3BB7E-4A9F-4021-B4B2-E04991DB0B7C}" type="pres">
      <dgm:prSet presAssocID="{87A63A61-E03F-44B8-B91F-AEDADD4FAB16}" presName="compNode" presStyleCnt="0"/>
      <dgm:spPr/>
    </dgm:pt>
    <dgm:pt modelId="{0B4042FB-3AE0-4049-858E-BCA7B4725311}" type="pres">
      <dgm:prSet presAssocID="{87A63A61-E03F-44B8-B91F-AEDADD4FAB16}" presName="pictRect" presStyleLbl="revTx" presStyleIdx="2" presStyleCnt="8">
        <dgm:presLayoutVars>
          <dgm:chMax val="0"/>
          <dgm:bulletEnabled/>
        </dgm:presLayoutVars>
      </dgm:prSet>
      <dgm:spPr/>
    </dgm:pt>
    <dgm:pt modelId="{8358A7B9-F897-496E-9FF8-744F7B0941C8}" type="pres">
      <dgm:prSet presAssocID="{87A63A61-E03F-44B8-B91F-AEDADD4FAB16}" presName="textRect" presStyleLbl="revTx" presStyleIdx="3" presStyleCnt="8">
        <dgm:presLayoutVars>
          <dgm:bulletEnabled/>
        </dgm:presLayoutVars>
      </dgm:prSet>
      <dgm:spPr/>
    </dgm:pt>
    <dgm:pt modelId="{DD2D0104-7A64-4955-B08D-3AFDC5B058F3}" type="pres">
      <dgm:prSet presAssocID="{E740E349-DAF8-486E-9B97-A9241D34D0B5}" presName="sibTrans" presStyleLbl="sibTrans2D1" presStyleIdx="0" presStyleCnt="0"/>
      <dgm:spPr/>
    </dgm:pt>
    <dgm:pt modelId="{A1C2634B-EEEE-4788-A216-2137B0E5255C}" type="pres">
      <dgm:prSet presAssocID="{33DEB365-0029-4D66-AA4A-281078E1A8CB}" presName="compNode" presStyleCnt="0"/>
      <dgm:spPr/>
    </dgm:pt>
    <dgm:pt modelId="{5B6CA08F-0D63-4743-BABD-997D016FCE4D}" type="pres">
      <dgm:prSet presAssocID="{33DEB365-0029-4D66-AA4A-281078E1A8CB}" presName="pictRect" presStyleLbl="revTx" presStyleIdx="4" presStyleCnt="8">
        <dgm:presLayoutVars>
          <dgm:chMax val="0"/>
          <dgm:bulletEnabled/>
        </dgm:presLayoutVars>
      </dgm:prSet>
      <dgm:spPr/>
    </dgm:pt>
    <dgm:pt modelId="{ACFCD1D6-9526-40B2-9B72-36DC6FD402DF}" type="pres">
      <dgm:prSet presAssocID="{33DEB365-0029-4D66-AA4A-281078E1A8CB}" presName="textRect" presStyleLbl="revTx" presStyleIdx="5" presStyleCnt="8">
        <dgm:presLayoutVars>
          <dgm:bulletEnabled/>
        </dgm:presLayoutVars>
      </dgm:prSet>
      <dgm:spPr/>
    </dgm:pt>
    <dgm:pt modelId="{D1E6A4FC-DAC1-40F5-B6C6-7D91E1502877}" type="pres">
      <dgm:prSet presAssocID="{488638E8-203D-415B-A62B-DF77607B36CC}" presName="sibTrans" presStyleLbl="sibTrans2D1" presStyleIdx="0" presStyleCnt="0"/>
      <dgm:spPr/>
    </dgm:pt>
    <dgm:pt modelId="{A59146FA-68BF-4DA6-B288-8369CA4A2E08}" type="pres">
      <dgm:prSet presAssocID="{9288E2F9-1076-415F-8A7E-7D57EA115FDE}" presName="compNode" presStyleCnt="0"/>
      <dgm:spPr/>
    </dgm:pt>
    <dgm:pt modelId="{C7971E3B-0EE4-4ABD-8233-9EE785383DCD}" type="pres">
      <dgm:prSet presAssocID="{9288E2F9-1076-415F-8A7E-7D57EA115FDE}" presName="pictRect" presStyleLbl="revTx" presStyleIdx="6" presStyleCnt="8">
        <dgm:presLayoutVars>
          <dgm:chMax val="0"/>
          <dgm:bulletEnabled/>
        </dgm:presLayoutVars>
      </dgm:prSet>
      <dgm:spPr/>
    </dgm:pt>
    <dgm:pt modelId="{21A8503C-B831-48DB-9414-D75F2EF52BC1}" type="pres">
      <dgm:prSet presAssocID="{9288E2F9-1076-415F-8A7E-7D57EA115FDE}" presName="textRect" presStyleLbl="revTx" presStyleIdx="7" presStyleCnt="8">
        <dgm:presLayoutVars>
          <dgm:bulletEnabled/>
        </dgm:presLayoutVars>
      </dgm:prSet>
      <dgm:spPr/>
    </dgm:pt>
  </dgm:ptLst>
  <dgm:cxnLst>
    <dgm:cxn modelId="{5BC6940A-8B1B-4D83-9457-545898BC0C3B}" srcId="{33DEB365-0029-4D66-AA4A-281078E1A8CB}" destId="{DC19423A-0222-47A8-B6FD-E715DAB29809}" srcOrd="1" destOrd="0" parTransId="{A0EC049E-5728-4512-B94B-8FBC62958A69}" sibTransId="{841E426B-C625-4DC0-854A-AB523ED12427}"/>
    <dgm:cxn modelId="{91684C26-6B4A-49B8-8296-DF5E81463C19}" srcId="{3B9D6542-786B-47A8-9A40-1CD494C4E9CB}" destId="{45B97B79-3499-4414-BA71-671F4C710A19}" srcOrd="2" destOrd="0" parTransId="{BC983AD1-2E69-422C-BDF7-3E5888B8CB47}" sibTransId="{D473F96E-E153-4F40-844B-35FAE6AA5301}"/>
    <dgm:cxn modelId="{6E557F30-6B89-41B1-900B-3951FEF2D614}" type="presOf" srcId="{FCF69E52-E9DF-4F2D-8C51-934CEB00DFA5}" destId="{8358A7B9-F897-496E-9FF8-744F7B0941C8}" srcOrd="0" destOrd="1" presId="urn:microsoft.com/office/officeart/2024/3/layout/hArchList1"/>
    <dgm:cxn modelId="{01E5CA30-5AB7-4C1F-AE69-D59A0423FFFA}" type="presOf" srcId="{87A63A61-E03F-44B8-B91F-AEDADD4FAB16}" destId="{0B4042FB-3AE0-4049-858E-BCA7B4725311}" srcOrd="0" destOrd="0" presId="urn:microsoft.com/office/officeart/2024/3/layout/hArchList1"/>
    <dgm:cxn modelId="{C9AF2B32-436C-4142-AA97-651014D4EBBF}" srcId="{081C2C61-C636-441A-8E95-2D644467F827}" destId="{3B9D6542-786B-47A8-9A40-1CD494C4E9CB}" srcOrd="0" destOrd="0" parTransId="{366B4873-A043-46B6-B206-3FA8D0E4314D}" sibTransId="{12726A0A-8ACF-4789-9F89-994F8FEAA2C3}"/>
    <dgm:cxn modelId="{1BC90E38-F2A0-45B4-9121-6AF578072F8C}" type="presOf" srcId="{51E89E4F-118C-4EEF-A618-94C2BEBA28ED}" destId="{ACFCD1D6-9526-40B2-9B72-36DC6FD402DF}" srcOrd="0" destOrd="0" presId="urn:microsoft.com/office/officeart/2024/3/layout/hArchList1"/>
    <dgm:cxn modelId="{B8D6143B-6A5F-4206-877D-56E947597F14}" type="presOf" srcId="{9288E2F9-1076-415F-8A7E-7D57EA115FDE}" destId="{C7971E3B-0EE4-4ABD-8233-9EE785383DCD}" srcOrd="0" destOrd="0" presId="urn:microsoft.com/office/officeart/2024/3/layout/hArchList1"/>
    <dgm:cxn modelId="{A938435B-96EF-4D85-B6C3-11D508CDDC94}" srcId="{081C2C61-C636-441A-8E95-2D644467F827}" destId="{33DEB365-0029-4D66-AA4A-281078E1A8CB}" srcOrd="2" destOrd="0" parTransId="{FAD0DBD6-227E-4424-A807-654D59B24394}" sibTransId="{488638E8-203D-415B-A62B-DF77607B36CC}"/>
    <dgm:cxn modelId="{68B1F45E-DE81-446F-9D7E-F472DB6B847C}" type="presOf" srcId="{77C656FC-2875-4240-805F-7634B26D62E9}" destId="{21A8503C-B831-48DB-9414-D75F2EF52BC1}" srcOrd="0" destOrd="1" presId="urn:microsoft.com/office/officeart/2024/3/layout/hArchList1"/>
    <dgm:cxn modelId="{0F1C835F-C832-4AA6-AB1C-3190A6BD7E94}" srcId="{9288E2F9-1076-415F-8A7E-7D57EA115FDE}" destId="{77C656FC-2875-4240-805F-7634B26D62E9}" srcOrd="1" destOrd="0" parTransId="{581D9A6B-A8D4-4A72-BFAB-F46CCD8655CB}" sibTransId="{65A71C31-066B-457F-AB49-937E1E93BBE4}"/>
    <dgm:cxn modelId="{DBC76461-65A5-4905-BDB6-3CE5F2F042CB}" srcId="{081C2C61-C636-441A-8E95-2D644467F827}" destId="{87A63A61-E03F-44B8-B91F-AEDADD4FAB16}" srcOrd="1" destOrd="0" parTransId="{ABB67D72-49F1-43FE-A772-ED0B8571BA2B}" sibTransId="{E740E349-DAF8-486E-9B97-A9241D34D0B5}"/>
    <dgm:cxn modelId="{C7F7FB67-558A-4446-BDA0-6BEFE3C2174B}" srcId="{33DEB365-0029-4D66-AA4A-281078E1A8CB}" destId="{51E89E4F-118C-4EEF-A618-94C2BEBA28ED}" srcOrd="0" destOrd="0" parTransId="{73A3EE4E-A4AA-451B-B21A-73628B8B042E}" sibTransId="{40375D4E-F667-4F08-AF81-66E417A3186E}"/>
    <dgm:cxn modelId="{7225324B-02F8-4B03-A55F-04DCE7CB1A33}" type="presOf" srcId="{488638E8-203D-415B-A62B-DF77607B36CC}" destId="{D1E6A4FC-DAC1-40F5-B6C6-7D91E1502877}" srcOrd="0" destOrd="0" presId="urn:microsoft.com/office/officeart/2024/3/layout/hArchList1"/>
    <dgm:cxn modelId="{EE394B6D-21E8-41F6-B2B4-B99D40F3ACA9}" type="presOf" srcId="{5AF52866-FD45-49ED-940E-B1441EF51EBC}" destId="{7CEA5593-0A24-4574-8A34-82A24904FCDD}" srcOrd="0" destOrd="0" presId="urn:microsoft.com/office/officeart/2024/3/layout/hArchList1"/>
    <dgm:cxn modelId="{D8364974-A926-4A5B-8BE9-59F1C5036029}" type="presOf" srcId="{1FC242BD-C5E9-4B35-889E-EFEDDD003E1B}" destId="{7CEA5593-0A24-4574-8A34-82A24904FCDD}" srcOrd="0" destOrd="1" presId="urn:microsoft.com/office/officeart/2024/3/layout/hArchList1"/>
    <dgm:cxn modelId="{F08D1077-10B2-4AB8-8BD6-A7825454ED8C}" type="presOf" srcId="{DC19423A-0222-47A8-B6FD-E715DAB29809}" destId="{ACFCD1D6-9526-40B2-9B72-36DC6FD402DF}" srcOrd="0" destOrd="1" presId="urn:microsoft.com/office/officeart/2024/3/layout/hArchList1"/>
    <dgm:cxn modelId="{0205CC57-2649-4973-90A5-24CDD24E2F1F}" srcId="{081C2C61-C636-441A-8E95-2D644467F827}" destId="{9288E2F9-1076-415F-8A7E-7D57EA115FDE}" srcOrd="3" destOrd="0" parTransId="{502F4C9E-A4BA-4E63-90DE-38B12630F671}" sibTransId="{300BE738-1D31-418A-8576-EE436E9C6A16}"/>
    <dgm:cxn modelId="{04988779-8E8A-4E37-BD22-5F5E106F4117}" type="presOf" srcId="{45B97B79-3499-4414-BA71-671F4C710A19}" destId="{7CEA5593-0A24-4574-8A34-82A24904FCDD}" srcOrd="0" destOrd="2" presId="urn:microsoft.com/office/officeart/2024/3/layout/hArchList1"/>
    <dgm:cxn modelId="{D4029791-9031-46DE-9692-2CF166B5F08F}" type="presOf" srcId="{7F7ED048-7F72-4399-BC99-C703BEAEB991}" destId="{8358A7B9-F897-496E-9FF8-744F7B0941C8}" srcOrd="0" destOrd="2" presId="urn:microsoft.com/office/officeart/2024/3/layout/hArchList1"/>
    <dgm:cxn modelId="{1B1080A2-DDE3-4980-8B85-AEE781275767}" srcId="{9288E2F9-1076-415F-8A7E-7D57EA115FDE}" destId="{A9F32169-0870-4F74-8B15-E9527AF2105E}" srcOrd="2" destOrd="0" parTransId="{1F422F33-4808-494C-BE55-8F560B43274D}" sibTransId="{D779AF1D-AE40-46B9-BBA5-91220D538463}"/>
    <dgm:cxn modelId="{A79340AB-82D7-4D20-AFCA-93D7F84895A2}" srcId="{87A63A61-E03F-44B8-B91F-AEDADD4FAB16}" destId="{FCF69E52-E9DF-4F2D-8C51-934CEB00DFA5}" srcOrd="1" destOrd="0" parTransId="{EB2A84C5-2BDF-47ED-B111-E8C300F7AEF6}" sibTransId="{D0DC9CA1-F3C4-497C-8240-E48336341D97}"/>
    <dgm:cxn modelId="{5FA0D4AD-4B02-48D2-9458-650DD72AD012}" srcId="{87A63A61-E03F-44B8-B91F-AEDADD4FAB16}" destId="{C45903E7-8BE7-4387-BCC6-11FC5EE081FB}" srcOrd="0" destOrd="0" parTransId="{3852E6DB-3A5C-4BD0-AD1D-4E626D576D44}" sibTransId="{17F7BF11-71BD-4515-A121-ADFD6A4CB43D}"/>
    <dgm:cxn modelId="{FD1CA7AE-5440-4B95-9D47-F58233EE433C}" srcId="{33DEB365-0029-4D66-AA4A-281078E1A8CB}" destId="{FEF1A95E-0465-43A5-9519-59B5336C473D}" srcOrd="2" destOrd="0" parTransId="{EEFA2A30-78FC-481B-BFCD-59A15CF7B96F}" sibTransId="{45AF58FA-E734-467D-B99E-7A1076393DB0}"/>
    <dgm:cxn modelId="{DEEC32B2-2CEE-427C-A631-D48E352D833D}" type="presOf" srcId="{E740E349-DAF8-486E-9B97-A9241D34D0B5}" destId="{DD2D0104-7A64-4955-B08D-3AFDC5B058F3}" srcOrd="0" destOrd="0" presId="urn:microsoft.com/office/officeart/2024/3/layout/hArchList1"/>
    <dgm:cxn modelId="{DD22B8B9-CAA2-425B-A537-5E7DA5936833}" type="presOf" srcId="{FEF1A95E-0465-43A5-9519-59B5336C473D}" destId="{ACFCD1D6-9526-40B2-9B72-36DC6FD402DF}" srcOrd="0" destOrd="2" presId="urn:microsoft.com/office/officeart/2024/3/layout/hArchList1"/>
    <dgm:cxn modelId="{16977DC1-926C-4B31-8FB4-CBC7E900E742}" srcId="{87A63A61-E03F-44B8-B91F-AEDADD4FAB16}" destId="{7F7ED048-7F72-4399-BC99-C703BEAEB991}" srcOrd="2" destOrd="0" parTransId="{87993D8F-201B-4B5D-BEA8-6EF271C52370}" sibTransId="{6AA00D25-16D1-4680-8CC8-4DBDD8D4A9E3}"/>
    <dgm:cxn modelId="{40C865C5-630C-4D47-A2DD-ADCDBD27EBE2}" type="presOf" srcId="{12726A0A-8ACF-4789-9F89-994F8FEAA2C3}" destId="{0F6C6822-76D3-45FD-99A9-3402E9D3D939}" srcOrd="0" destOrd="0" presId="urn:microsoft.com/office/officeart/2024/3/layout/hArchList1"/>
    <dgm:cxn modelId="{7FE1A4C7-9754-4502-B01B-BC06E6369601}" srcId="{9288E2F9-1076-415F-8A7E-7D57EA115FDE}" destId="{4DCEAD5F-4ACA-4A49-8B8A-1A39F53804A9}" srcOrd="0" destOrd="0" parTransId="{69397562-C0B0-49EC-AC83-A8680BE28065}" sibTransId="{20BEA8F1-0220-4346-9BFA-54BE18E274D0}"/>
    <dgm:cxn modelId="{20EB6DCC-276D-4A46-A9B9-6C855AACCEE4}" srcId="{3B9D6542-786B-47A8-9A40-1CD494C4E9CB}" destId="{5AF52866-FD45-49ED-940E-B1441EF51EBC}" srcOrd="0" destOrd="0" parTransId="{136DC012-4166-474D-980F-259C33FE752F}" sibTransId="{DAD67884-50FB-423F-A2DF-903F67B8BA38}"/>
    <dgm:cxn modelId="{350BD1CE-87F8-4BDD-80A6-5D05FE77CE89}" type="presOf" srcId="{4DCEAD5F-4ACA-4A49-8B8A-1A39F53804A9}" destId="{21A8503C-B831-48DB-9414-D75F2EF52BC1}" srcOrd="0" destOrd="0" presId="urn:microsoft.com/office/officeart/2024/3/layout/hArchList1"/>
    <dgm:cxn modelId="{C0C32CD1-302E-4EAE-80B2-B986D60BCCB1}" type="presOf" srcId="{081C2C61-C636-441A-8E95-2D644467F827}" destId="{9F6DE552-9532-475A-AAA9-BF63C518F249}" srcOrd="0" destOrd="0" presId="urn:microsoft.com/office/officeart/2024/3/layout/hArchList1"/>
    <dgm:cxn modelId="{4A7D78D7-C5C2-427F-9845-ADBFE0DC0CAD}" srcId="{3B9D6542-786B-47A8-9A40-1CD494C4E9CB}" destId="{1FC242BD-C5E9-4B35-889E-EFEDDD003E1B}" srcOrd="1" destOrd="0" parTransId="{E0C41411-3488-422C-AF48-AEDCE4D9BC5A}" sibTransId="{9D05D535-3520-4353-849E-921A12B58DE3}"/>
    <dgm:cxn modelId="{E6E94CDD-BCA8-46E6-9C93-6E330CB13A06}" type="presOf" srcId="{3B9D6542-786B-47A8-9A40-1CD494C4E9CB}" destId="{4FD07B97-C3AF-4B92-823B-ECC5EAA990A6}" srcOrd="0" destOrd="0" presId="urn:microsoft.com/office/officeart/2024/3/layout/hArchList1"/>
    <dgm:cxn modelId="{14CC7EED-88E8-46BD-9EB1-26BE923FEB6D}" type="presOf" srcId="{A9F32169-0870-4F74-8B15-E9527AF2105E}" destId="{21A8503C-B831-48DB-9414-D75F2EF52BC1}" srcOrd="0" destOrd="2" presId="urn:microsoft.com/office/officeart/2024/3/layout/hArchList1"/>
    <dgm:cxn modelId="{782731EF-EBED-4AD6-8279-387B7E124010}" type="presOf" srcId="{C45903E7-8BE7-4387-BCC6-11FC5EE081FB}" destId="{8358A7B9-F897-496E-9FF8-744F7B0941C8}" srcOrd="0" destOrd="0" presId="urn:microsoft.com/office/officeart/2024/3/layout/hArchList1"/>
    <dgm:cxn modelId="{587BD6F7-0E1B-4AF1-B956-713BB8E691E0}" type="presOf" srcId="{33DEB365-0029-4D66-AA4A-281078E1A8CB}" destId="{5B6CA08F-0D63-4743-BABD-997D016FCE4D}" srcOrd="0" destOrd="0" presId="urn:microsoft.com/office/officeart/2024/3/layout/hArchList1"/>
    <dgm:cxn modelId="{3279015A-66C9-4093-9606-3AD15A5AB912}" type="presParOf" srcId="{9F6DE552-9532-475A-AAA9-BF63C518F249}" destId="{A899BEF8-8831-427A-9E11-35ECA214B9DF}" srcOrd="0" destOrd="0" presId="urn:microsoft.com/office/officeart/2024/3/layout/hArchList1"/>
    <dgm:cxn modelId="{2CDF213A-F11B-40C3-B5D7-1419BB0C4CB2}" type="presParOf" srcId="{A899BEF8-8831-427A-9E11-35ECA214B9DF}" destId="{4FD07B97-C3AF-4B92-823B-ECC5EAA990A6}" srcOrd="0" destOrd="0" presId="urn:microsoft.com/office/officeart/2024/3/layout/hArchList1"/>
    <dgm:cxn modelId="{3F77641F-E959-42F4-8CD7-CF5DB46911F9}" type="presParOf" srcId="{A899BEF8-8831-427A-9E11-35ECA214B9DF}" destId="{7CEA5593-0A24-4574-8A34-82A24904FCDD}" srcOrd="1" destOrd="0" presId="urn:microsoft.com/office/officeart/2024/3/layout/hArchList1"/>
    <dgm:cxn modelId="{EC6E7EC5-5F50-4DC0-BC5F-4557EB976AC6}" type="presParOf" srcId="{9F6DE552-9532-475A-AAA9-BF63C518F249}" destId="{0F6C6822-76D3-45FD-99A9-3402E9D3D939}" srcOrd="1" destOrd="0" presId="urn:microsoft.com/office/officeart/2024/3/layout/hArchList1"/>
    <dgm:cxn modelId="{08D695D7-39A8-4C63-A310-02F252555CDB}" type="presParOf" srcId="{9F6DE552-9532-475A-AAA9-BF63C518F249}" destId="{23E3BB7E-4A9F-4021-B4B2-E04991DB0B7C}" srcOrd="2" destOrd="0" presId="urn:microsoft.com/office/officeart/2024/3/layout/hArchList1"/>
    <dgm:cxn modelId="{040ADAFC-7A81-4FCD-A09B-452BF7C547DF}" type="presParOf" srcId="{23E3BB7E-4A9F-4021-B4B2-E04991DB0B7C}" destId="{0B4042FB-3AE0-4049-858E-BCA7B4725311}" srcOrd="0" destOrd="0" presId="urn:microsoft.com/office/officeart/2024/3/layout/hArchList1"/>
    <dgm:cxn modelId="{4196E100-808B-46C9-B909-628918E69142}" type="presParOf" srcId="{23E3BB7E-4A9F-4021-B4B2-E04991DB0B7C}" destId="{8358A7B9-F897-496E-9FF8-744F7B0941C8}" srcOrd="1" destOrd="0" presId="urn:microsoft.com/office/officeart/2024/3/layout/hArchList1"/>
    <dgm:cxn modelId="{C3D408A9-2D1E-45D9-BC4C-C9A148DB1BF9}" type="presParOf" srcId="{9F6DE552-9532-475A-AAA9-BF63C518F249}" destId="{DD2D0104-7A64-4955-B08D-3AFDC5B058F3}" srcOrd="3" destOrd="0" presId="urn:microsoft.com/office/officeart/2024/3/layout/hArchList1"/>
    <dgm:cxn modelId="{EEFD192F-6256-4E0F-89AD-FDB42918C93C}" type="presParOf" srcId="{9F6DE552-9532-475A-AAA9-BF63C518F249}" destId="{A1C2634B-EEEE-4788-A216-2137B0E5255C}" srcOrd="4" destOrd="0" presId="urn:microsoft.com/office/officeart/2024/3/layout/hArchList1"/>
    <dgm:cxn modelId="{0248A058-97F2-4146-9326-4A6A4CF9C23A}" type="presParOf" srcId="{A1C2634B-EEEE-4788-A216-2137B0E5255C}" destId="{5B6CA08F-0D63-4743-BABD-997D016FCE4D}" srcOrd="0" destOrd="0" presId="urn:microsoft.com/office/officeart/2024/3/layout/hArchList1"/>
    <dgm:cxn modelId="{B83357FC-49C2-4121-9A7D-C6ADD8797008}" type="presParOf" srcId="{A1C2634B-EEEE-4788-A216-2137B0E5255C}" destId="{ACFCD1D6-9526-40B2-9B72-36DC6FD402DF}" srcOrd="1" destOrd="0" presId="urn:microsoft.com/office/officeart/2024/3/layout/hArchList1"/>
    <dgm:cxn modelId="{02E18FCA-DD50-4929-BBA1-EB1C44FC6898}" type="presParOf" srcId="{9F6DE552-9532-475A-AAA9-BF63C518F249}" destId="{D1E6A4FC-DAC1-40F5-B6C6-7D91E1502877}" srcOrd="5" destOrd="0" presId="urn:microsoft.com/office/officeart/2024/3/layout/hArchList1"/>
    <dgm:cxn modelId="{43F9A472-1364-4B88-BC0B-DDA62D63EBF7}" type="presParOf" srcId="{9F6DE552-9532-475A-AAA9-BF63C518F249}" destId="{A59146FA-68BF-4DA6-B288-8369CA4A2E08}" srcOrd="6" destOrd="0" presId="urn:microsoft.com/office/officeart/2024/3/layout/hArchList1"/>
    <dgm:cxn modelId="{DC392453-ED07-4FC4-965B-B0F70E563E07}" type="presParOf" srcId="{A59146FA-68BF-4DA6-B288-8369CA4A2E08}" destId="{C7971E3B-0EE4-4ABD-8233-9EE785383DCD}" srcOrd="0" destOrd="0" presId="urn:microsoft.com/office/officeart/2024/3/layout/hArchList1"/>
    <dgm:cxn modelId="{17C93574-9BD4-4FCE-8975-0C023D5F3B89}" type="presParOf" srcId="{A59146FA-68BF-4DA6-B288-8369CA4A2E08}" destId="{21A8503C-B831-48DB-9414-D75F2EF52BC1}" srcOrd="1" destOrd="0" presId="urn:microsoft.com/office/officeart/2024/3/layout/hArc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86DD9E-FAAC-4151-B069-E524335DE85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BB5932-07A2-4308-9248-6E4305591541}">
      <dgm:prSet/>
      <dgm:spPr/>
      <dgm:t>
        <a:bodyPr/>
        <a:lstStyle/>
        <a:p>
          <a:r>
            <a:rPr lang="en-US" b="1"/>
            <a:t>4-Model System Design</a:t>
          </a:r>
          <a:endParaRPr lang="en-US"/>
        </a:p>
      </dgm:t>
    </dgm:pt>
    <dgm:pt modelId="{AFA45259-C7D1-4F3A-9BC5-195148E04099}" type="parTrans" cxnId="{66353FF6-5A81-4B61-840F-DA7C1B5151A4}">
      <dgm:prSet/>
      <dgm:spPr/>
      <dgm:t>
        <a:bodyPr/>
        <a:lstStyle/>
        <a:p>
          <a:endParaRPr lang="en-US"/>
        </a:p>
      </dgm:t>
    </dgm:pt>
    <dgm:pt modelId="{DA762B37-3E66-4474-AE94-591F71E008AA}" type="sibTrans" cxnId="{66353FF6-5A81-4B61-840F-DA7C1B5151A4}">
      <dgm:prSet/>
      <dgm:spPr/>
      <dgm:t>
        <a:bodyPr/>
        <a:lstStyle/>
        <a:p>
          <a:endParaRPr lang="en-US"/>
        </a:p>
      </dgm:t>
    </dgm:pt>
    <dgm:pt modelId="{95C3E399-63AC-499C-9BDF-20ED0F13F2C6}">
      <dgm:prSet/>
      <dgm:spPr/>
      <dgm:t>
        <a:bodyPr/>
        <a:lstStyle/>
        <a:p>
          <a:r>
            <a:rPr lang="en-US"/>
            <a:t>Student Input</a:t>
          </a:r>
        </a:p>
      </dgm:t>
    </dgm:pt>
    <dgm:pt modelId="{6AD5D0E4-6FAC-4766-8232-7068052C688F}" type="parTrans" cxnId="{E37DA629-8542-4663-977B-6D443BFB21CB}">
      <dgm:prSet/>
      <dgm:spPr/>
      <dgm:t>
        <a:bodyPr/>
        <a:lstStyle/>
        <a:p>
          <a:endParaRPr lang="en-US"/>
        </a:p>
      </dgm:t>
    </dgm:pt>
    <dgm:pt modelId="{8EE8CF2B-9BB6-4906-90AA-455A54113EB7}" type="sibTrans" cxnId="{E37DA629-8542-4663-977B-6D443BFB21CB}">
      <dgm:prSet/>
      <dgm:spPr/>
      <dgm:t>
        <a:bodyPr/>
        <a:lstStyle/>
        <a:p>
          <a:endParaRPr lang="en-US"/>
        </a:p>
      </dgm:t>
    </dgm:pt>
    <dgm:pt modelId="{03793DAA-353F-4C27-BF7F-4DF09DE84429}">
      <dgm:prSet/>
      <dgm:spPr/>
      <dgm:t>
        <a:bodyPr/>
        <a:lstStyle/>
        <a:p>
          <a:r>
            <a:rPr lang="en-US"/>
            <a:t>1. BioBERT (Medical Analysis)</a:t>
          </a:r>
        </a:p>
      </dgm:t>
    </dgm:pt>
    <dgm:pt modelId="{B14CCA3E-99BC-4A41-B40F-647078FA7076}" type="parTrans" cxnId="{C06A14F0-BA5F-4A37-8496-B625248C89C3}">
      <dgm:prSet/>
      <dgm:spPr/>
      <dgm:t>
        <a:bodyPr/>
        <a:lstStyle/>
        <a:p>
          <a:endParaRPr lang="en-US"/>
        </a:p>
      </dgm:t>
    </dgm:pt>
    <dgm:pt modelId="{2C83A7CC-782A-4BA8-ABBD-258F2F42B0B7}" type="sibTrans" cxnId="{C06A14F0-BA5F-4A37-8496-B625248C89C3}">
      <dgm:prSet/>
      <dgm:spPr/>
      <dgm:t>
        <a:bodyPr/>
        <a:lstStyle/>
        <a:p>
          <a:endParaRPr lang="en-US"/>
        </a:p>
      </dgm:t>
    </dgm:pt>
    <dgm:pt modelId="{51E342BB-8DD7-4F51-BDBD-941C8DD8DC8C}">
      <dgm:prSet/>
      <dgm:spPr/>
      <dgm:t>
        <a:bodyPr/>
        <a:lstStyle/>
        <a:p>
          <a:r>
            <a:rPr lang="en-US"/>
            <a:t>2. DialoGPT (Generate Teaching Response)  </a:t>
          </a:r>
        </a:p>
      </dgm:t>
    </dgm:pt>
    <dgm:pt modelId="{40893115-1FE4-4504-A3B0-CDC87603717E}" type="parTrans" cxnId="{F6676C18-FB66-4734-AE79-86344E2FEB16}">
      <dgm:prSet/>
      <dgm:spPr/>
      <dgm:t>
        <a:bodyPr/>
        <a:lstStyle/>
        <a:p>
          <a:endParaRPr lang="en-US"/>
        </a:p>
      </dgm:t>
    </dgm:pt>
    <dgm:pt modelId="{63711719-39AF-4EBD-8426-83A40B642599}" type="sibTrans" cxnId="{F6676C18-FB66-4734-AE79-86344E2FEB16}">
      <dgm:prSet/>
      <dgm:spPr/>
      <dgm:t>
        <a:bodyPr/>
        <a:lstStyle/>
        <a:p>
          <a:endParaRPr lang="en-US"/>
        </a:p>
      </dgm:t>
    </dgm:pt>
    <dgm:pt modelId="{238D8E6A-FED7-4039-9994-5D5D731C5D84}">
      <dgm:prSet/>
      <dgm:spPr/>
      <dgm:t>
        <a:bodyPr/>
        <a:lstStyle/>
        <a:p>
          <a:r>
            <a:rPr lang="en-US" dirty="0"/>
            <a:t>3. Sentence Transformers </a:t>
          </a:r>
        </a:p>
        <a:p>
          <a:r>
            <a:rPr lang="en-US" dirty="0"/>
            <a:t>(Quality Assessment)</a:t>
          </a:r>
        </a:p>
      </dgm:t>
    </dgm:pt>
    <dgm:pt modelId="{4553CDD5-0016-49A6-AD4F-BE6C6746DE64}" type="parTrans" cxnId="{2DF8BA09-A9DC-4FAF-AEB0-54919ECB1B79}">
      <dgm:prSet/>
      <dgm:spPr/>
      <dgm:t>
        <a:bodyPr/>
        <a:lstStyle/>
        <a:p>
          <a:endParaRPr lang="en-US"/>
        </a:p>
      </dgm:t>
    </dgm:pt>
    <dgm:pt modelId="{19DFA047-34A1-4FFB-9BEE-53BDFE7DCF85}" type="sibTrans" cxnId="{2DF8BA09-A9DC-4FAF-AEB0-54919ECB1B79}">
      <dgm:prSet/>
      <dgm:spPr/>
      <dgm:t>
        <a:bodyPr/>
        <a:lstStyle/>
        <a:p>
          <a:endParaRPr lang="en-US"/>
        </a:p>
      </dgm:t>
    </dgm:pt>
    <dgm:pt modelId="{9C8A1D44-7803-4C74-8D9D-9D753F6AFB42}">
      <dgm:prSet/>
      <dgm:spPr/>
      <dgm:t>
        <a:bodyPr/>
        <a:lstStyle/>
        <a:p>
          <a:r>
            <a:rPr lang="en-US" dirty="0"/>
            <a:t>4. GPT-4 </a:t>
          </a:r>
        </a:p>
        <a:p>
          <a:r>
            <a:rPr lang="en-US" dirty="0"/>
            <a:t>(Fallback if quality &lt; threshold)</a:t>
          </a:r>
        </a:p>
      </dgm:t>
    </dgm:pt>
    <dgm:pt modelId="{8902D60D-CDFB-4AEC-B2FF-A953FA8457F9}" type="parTrans" cxnId="{D4BC8794-C795-4CBD-9BF6-7BDD20F5109F}">
      <dgm:prSet/>
      <dgm:spPr/>
      <dgm:t>
        <a:bodyPr/>
        <a:lstStyle/>
        <a:p>
          <a:endParaRPr lang="en-US"/>
        </a:p>
      </dgm:t>
    </dgm:pt>
    <dgm:pt modelId="{AEDEA66D-306E-4AB2-855F-4E6AF5F7C21F}" type="sibTrans" cxnId="{D4BC8794-C795-4CBD-9BF6-7BDD20F5109F}">
      <dgm:prSet/>
      <dgm:spPr/>
      <dgm:t>
        <a:bodyPr/>
        <a:lstStyle/>
        <a:p>
          <a:endParaRPr lang="en-US"/>
        </a:p>
      </dgm:t>
    </dgm:pt>
    <dgm:pt modelId="{F80AC3DC-74D3-4B13-B091-E9149AAD9B82}">
      <dgm:prSet/>
      <dgm:spPr/>
      <dgm:t>
        <a:bodyPr/>
        <a:lstStyle/>
        <a:p>
          <a:r>
            <a:rPr lang="en-US"/>
            <a:t>Final Response to Student</a:t>
          </a:r>
        </a:p>
      </dgm:t>
    </dgm:pt>
    <dgm:pt modelId="{90B5E2EF-73E2-4BDE-B562-E1820F2A6428}" type="parTrans" cxnId="{49CFDFA1-A09B-46D9-B15A-CFA9DA365964}">
      <dgm:prSet/>
      <dgm:spPr/>
      <dgm:t>
        <a:bodyPr/>
        <a:lstStyle/>
        <a:p>
          <a:endParaRPr lang="en-US"/>
        </a:p>
      </dgm:t>
    </dgm:pt>
    <dgm:pt modelId="{8A7B61E9-B534-4CC2-9C40-260DC79E907D}" type="sibTrans" cxnId="{49CFDFA1-A09B-46D9-B15A-CFA9DA365964}">
      <dgm:prSet/>
      <dgm:spPr/>
      <dgm:t>
        <a:bodyPr/>
        <a:lstStyle/>
        <a:p>
          <a:endParaRPr lang="en-US"/>
        </a:p>
      </dgm:t>
    </dgm:pt>
    <dgm:pt modelId="{0897B826-A7C8-4C66-AF26-72B2414802C1}" type="pres">
      <dgm:prSet presAssocID="{DA86DD9E-FAAC-4151-B069-E524335DE857}" presName="Name0" presStyleCnt="0">
        <dgm:presLayoutVars>
          <dgm:dir/>
          <dgm:resizeHandles val="exact"/>
        </dgm:presLayoutVars>
      </dgm:prSet>
      <dgm:spPr/>
    </dgm:pt>
    <dgm:pt modelId="{C3C61271-BFEE-4119-90E0-49010B75E1A4}" type="pres">
      <dgm:prSet presAssocID="{2CBB5932-07A2-4308-9248-6E4305591541}" presName="node" presStyleLbl="node1" presStyleIdx="0" presStyleCnt="7">
        <dgm:presLayoutVars>
          <dgm:bulletEnabled val="1"/>
        </dgm:presLayoutVars>
      </dgm:prSet>
      <dgm:spPr/>
    </dgm:pt>
    <dgm:pt modelId="{7483AD5E-A533-4842-A9A2-4089CDB4FD7D}" type="pres">
      <dgm:prSet presAssocID="{DA762B37-3E66-4474-AE94-591F71E008AA}" presName="sibTrans" presStyleLbl="sibTrans1D1" presStyleIdx="0" presStyleCnt="6"/>
      <dgm:spPr/>
    </dgm:pt>
    <dgm:pt modelId="{9FA29761-C9BA-4D48-8793-D0EB4B72F6E0}" type="pres">
      <dgm:prSet presAssocID="{DA762B37-3E66-4474-AE94-591F71E008AA}" presName="connectorText" presStyleLbl="sibTrans1D1" presStyleIdx="0" presStyleCnt="6"/>
      <dgm:spPr/>
    </dgm:pt>
    <dgm:pt modelId="{C289868D-3331-4BF6-8D13-2048264055B4}" type="pres">
      <dgm:prSet presAssocID="{95C3E399-63AC-499C-9BDF-20ED0F13F2C6}" presName="node" presStyleLbl="node1" presStyleIdx="1" presStyleCnt="7">
        <dgm:presLayoutVars>
          <dgm:bulletEnabled val="1"/>
        </dgm:presLayoutVars>
      </dgm:prSet>
      <dgm:spPr/>
    </dgm:pt>
    <dgm:pt modelId="{5F9002BF-57A6-44B5-A09F-21EAB4811509}" type="pres">
      <dgm:prSet presAssocID="{8EE8CF2B-9BB6-4906-90AA-455A54113EB7}" presName="sibTrans" presStyleLbl="sibTrans1D1" presStyleIdx="1" presStyleCnt="6"/>
      <dgm:spPr/>
    </dgm:pt>
    <dgm:pt modelId="{1EBB2A7B-E7F8-435D-AAFE-3FD9D9235520}" type="pres">
      <dgm:prSet presAssocID="{8EE8CF2B-9BB6-4906-90AA-455A54113EB7}" presName="connectorText" presStyleLbl="sibTrans1D1" presStyleIdx="1" presStyleCnt="6"/>
      <dgm:spPr/>
    </dgm:pt>
    <dgm:pt modelId="{8497B3CB-25AB-485A-B523-B965DB94E91B}" type="pres">
      <dgm:prSet presAssocID="{03793DAA-353F-4C27-BF7F-4DF09DE84429}" presName="node" presStyleLbl="node1" presStyleIdx="2" presStyleCnt="7">
        <dgm:presLayoutVars>
          <dgm:bulletEnabled val="1"/>
        </dgm:presLayoutVars>
      </dgm:prSet>
      <dgm:spPr/>
    </dgm:pt>
    <dgm:pt modelId="{7D909240-0901-4CB2-B348-A531DB0F246F}" type="pres">
      <dgm:prSet presAssocID="{2C83A7CC-782A-4BA8-ABBD-258F2F42B0B7}" presName="sibTrans" presStyleLbl="sibTrans1D1" presStyleIdx="2" presStyleCnt="6"/>
      <dgm:spPr/>
    </dgm:pt>
    <dgm:pt modelId="{D4A7AFC8-911C-4270-9135-99F6DDE0DBDD}" type="pres">
      <dgm:prSet presAssocID="{2C83A7CC-782A-4BA8-ABBD-258F2F42B0B7}" presName="connectorText" presStyleLbl="sibTrans1D1" presStyleIdx="2" presStyleCnt="6"/>
      <dgm:spPr/>
    </dgm:pt>
    <dgm:pt modelId="{C3A98BBB-2D94-451E-96CA-836518D66E87}" type="pres">
      <dgm:prSet presAssocID="{51E342BB-8DD7-4F51-BDBD-941C8DD8DC8C}" presName="node" presStyleLbl="node1" presStyleIdx="3" presStyleCnt="7">
        <dgm:presLayoutVars>
          <dgm:bulletEnabled val="1"/>
        </dgm:presLayoutVars>
      </dgm:prSet>
      <dgm:spPr/>
    </dgm:pt>
    <dgm:pt modelId="{CC126720-4155-435C-A561-7FA6ACA4912A}" type="pres">
      <dgm:prSet presAssocID="{63711719-39AF-4EBD-8426-83A40B642599}" presName="sibTrans" presStyleLbl="sibTrans1D1" presStyleIdx="3" presStyleCnt="6"/>
      <dgm:spPr/>
    </dgm:pt>
    <dgm:pt modelId="{57D69043-6BEF-4557-AB57-2090D20BC073}" type="pres">
      <dgm:prSet presAssocID="{63711719-39AF-4EBD-8426-83A40B642599}" presName="connectorText" presStyleLbl="sibTrans1D1" presStyleIdx="3" presStyleCnt="6"/>
      <dgm:spPr/>
    </dgm:pt>
    <dgm:pt modelId="{C5773F85-12A9-4681-96F7-97CB9BCA30C0}" type="pres">
      <dgm:prSet presAssocID="{238D8E6A-FED7-4039-9994-5D5D731C5D84}" presName="node" presStyleLbl="node1" presStyleIdx="4" presStyleCnt="7">
        <dgm:presLayoutVars>
          <dgm:bulletEnabled val="1"/>
        </dgm:presLayoutVars>
      </dgm:prSet>
      <dgm:spPr/>
    </dgm:pt>
    <dgm:pt modelId="{654CF8B7-5A62-41B1-8324-123463722482}" type="pres">
      <dgm:prSet presAssocID="{19DFA047-34A1-4FFB-9BEE-53BDFE7DCF85}" presName="sibTrans" presStyleLbl="sibTrans1D1" presStyleIdx="4" presStyleCnt="6"/>
      <dgm:spPr/>
    </dgm:pt>
    <dgm:pt modelId="{400B900D-0436-4701-961D-E2B26FDF2684}" type="pres">
      <dgm:prSet presAssocID="{19DFA047-34A1-4FFB-9BEE-53BDFE7DCF85}" presName="connectorText" presStyleLbl="sibTrans1D1" presStyleIdx="4" presStyleCnt="6"/>
      <dgm:spPr/>
    </dgm:pt>
    <dgm:pt modelId="{46622FE4-D06F-4528-85CA-65E421F2C7C6}" type="pres">
      <dgm:prSet presAssocID="{9C8A1D44-7803-4C74-8D9D-9D753F6AFB42}" presName="node" presStyleLbl="node1" presStyleIdx="5" presStyleCnt="7">
        <dgm:presLayoutVars>
          <dgm:bulletEnabled val="1"/>
        </dgm:presLayoutVars>
      </dgm:prSet>
      <dgm:spPr/>
    </dgm:pt>
    <dgm:pt modelId="{E6F80F71-6447-4C7E-80BA-B01E12F94741}" type="pres">
      <dgm:prSet presAssocID="{AEDEA66D-306E-4AB2-855F-4E6AF5F7C21F}" presName="sibTrans" presStyleLbl="sibTrans1D1" presStyleIdx="5" presStyleCnt="6"/>
      <dgm:spPr/>
    </dgm:pt>
    <dgm:pt modelId="{2058E7E1-2072-4130-8627-ED9C93A22D6F}" type="pres">
      <dgm:prSet presAssocID="{AEDEA66D-306E-4AB2-855F-4E6AF5F7C21F}" presName="connectorText" presStyleLbl="sibTrans1D1" presStyleIdx="5" presStyleCnt="6"/>
      <dgm:spPr/>
    </dgm:pt>
    <dgm:pt modelId="{071C6ADE-6571-4A23-90F1-FD12588E9ACD}" type="pres">
      <dgm:prSet presAssocID="{F80AC3DC-74D3-4B13-B091-E9149AAD9B82}" presName="node" presStyleLbl="node1" presStyleIdx="6" presStyleCnt="7">
        <dgm:presLayoutVars>
          <dgm:bulletEnabled val="1"/>
        </dgm:presLayoutVars>
      </dgm:prSet>
      <dgm:spPr/>
    </dgm:pt>
  </dgm:ptLst>
  <dgm:cxnLst>
    <dgm:cxn modelId="{96280E06-E2BC-49D9-984B-EF618BC86E0F}" type="presOf" srcId="{8EE8CF2B-9BB6-4906-90AA-455A54113EB7}" destId="{5F9002BF-57A6-44B5-A09F-21EAB4811509}" srcOrd="0" destOrd="0" presId="urn:microsoft.com/office/officeart/2016/7/layout/RepeatingBendingProcessNew"/>
    <dgm:cxn modelId="{06BB1A06-AE17-4431-B96F-AA1CE296EA95}" type="presOf" srcId="{DA762B37-3E66-4474-AE94-591F71E008AA}" destId="{9FA29761-C9BA-4D48-8793-D0EB4B72F6E0}" srcOrd="1" destOrd="0" presId="urn:microsoft.com/office/officeart/2016/7/layout/RepeatingBendingProcessNew"/>
    <dgm:cxn modelId="{2DF8BA09-A9DC-4FAF-AEB0-54919ECB1B79}" srcId="{DA86DD9E-FAAC-4151-B069-E524335DE857}" destId="{238D8E6A-FED7-4039-9994-5D5D731C5D84}" srcOrd="4" destOrd="0" parTransId="{4553CDD5-0016-49A6-AD4F-BE6C6746DE64}" sibTransId="{19DFA047-34A1-4FFB-9BEE-53BDFE7DCF85}"/>
    <dgm:cxn modelId="{F6676C18-FB66-4734-AE79-86344E2FEB16}" srcId="{DA86DD9E-FAAC-4151-B069-E524335DE857}" destId="{51E342BB-8DD7-4F51-BDBD-941C8DD8DC8C}" srcOrd="3" destOrd="0" parTransId="{40893115-1FE4-4504-A3B0-CDC87603717E}" sibTransId="{63711719-39AF-4EBD-8426-83A40B642599}"/>
    <dgm:cxn modelId="{08081B1B-EFE7-40C6-8FA7-005428AF1DFD}" type="presOf" srcId="{19DFA047-34A1-4FFB-9BEE-53BDFE7DCF85}" destId="{654CF8B7-5A62-41B1-8324-123463722482}" srcOrd="0" destOrd="0" presId="urn:microsoft.com/office/officeart/2016/7/layout/RepeatingBendingProcessNew"/>
    <dgm:cxn modelId="{6A75DB1B-70EE-4DA8-9B30-1273410F59BF}" type="presOf" srcId="{03793DAA-353F-4C27-BF7F-4DF09DE84429}" destId="{8497B3CB-25AB-485A-B523-B965DB94E91B}" srcOrd="0" destOrd="0" presId="urn:microsoft.com/office/officeart/2016/7/layout/RepeatingBendingProcessNew"/>
    <dgm:cxn modelId="{E37DA629-8542-4663-977B-6D443BFB21CB}" srcId="{DA86DD9E-FAAC-4151-B069-E524335DE857}" destId="{95C3E399-63AC-499C-9BDF-20ED0F13F2C6}" srcOrd="1" destOrd="0" parTransId="{6AD5D0E4-6FAC-4766-8232-7068052C688F}" sibTransId="{8EE8CF2B-9BB6-4906-90AA-455A54113EB7}"/>
    <dgm:cxn modelId="{B021ED2D-C443-4F9A-A609-D7D73EFE0CF7}" type="presOf" srcId="{AEDEA66D-306E-4AB2-855F-4E6AF5F7C21F}" destId="{2058E7E1-2072-4130-8627-ED9C93A22D6F}" srcOrd="1" destOrd="0" presId="urn:microsoft.com/office/officeart/2016/7/layout/RepeatingBendingProcessNew"/>
    <dgm:cxn modelId="{848B2E39-3D23-46E9-AFB1-BCDE1718320C}" type="presOf" srcId="{8EE8CF2B-9BB6-4906-90AA-455A54113EB7}" destId="{1EBB2A7B-E7F8-435D-AAFE-3FD9D9235520}" srcOrd="1" destOrd="0" presId="urn:microsoft.com/office/officeart/2016/7/layout/RepeatingBendingProcessNew"/>
    <dgm:cxn modelId="{0B4F7742-6376-4339-A9A5-3412D408E333}" type="presOf" srcId="{63711719-39AF-4EBD-8426-83A40B642599}" destId="{CC126720-4155-435C-A561-7FA6ACA4912A}" srcOrd="0" destOrd="0" presId="urn:microsoft.com/office/officeart/2016/7/layout/RepeatingBendingProcessNew"/>
    <dgm:cxn modelId="{FCD55544-1C08-413D-96CA-AF5066B9E5D5}" type="presOf" srcId="{238D8E6A-FED7-4039-9994-5D5D731C5D84}" destId="{C5773F85-12A9-4681-96F7-97CB9BCA30C0}" srcOrd="0" destOrd="0" presId="urn:microsoft.com/office/officeart/2016/7/layout/RepeatingBendingProcessNew"/>
    <dgm:cxn modelId="{85A4F864-C5C9-43F1-9B4B-B6F8F03B8776}" type="presOf" srcId="{2CBB5932-07A2-4308-9248-6E4305591541}" destId="{C3C61271-BFEE-4119-90E0-49010B75E1A4}" srcOrd="0" destOrd="0" presId="urn:microsoft.com/office/officeart/2016/7/layout/RepeatingBendingProcessNew"/>
    <dgm:cxn modelId="{DB344768-242C-44AF-A170-31E1F6F0C90F}" type="presOf" srcId="{95C3E399-63AC-499C-9BDF-20ED0F13F2C6}" destId="{C289868D-3331-4BF6-8D13-2048264055B4}" srcOrd="0" destOrd="0" presId="urn:microsoft.com/office/officeart/2016/7/layout/RepeatingBendingProcessNew"/>
    <dgm:cxn modelId="{1069F769-BD73-4C3B-8790-B9579CA8BD8C}" type="presOf" srcId="{DA762B37-3E66-4474-AE94-591F71E008AA}" destId="{7483AD5E-A533-4842-A9A2-4089CDB4FD7D}" srcOrd="0" destOrd="0" presId="urn:microsoft.com/office/officeart/2016/7/layout/RepeatingBendingProcessNew"/>
    <dgm:cxn modelId="{4BF3BE8C-4012-4489-B155-02AFEAEEC99B}" type="presOf" srcId="{F80AC3DC-74D3-4B13-B091-E9149AAD9B82}" destId="{071C6ADE-6571-4A23-90F1-FD12588E9ACD}" srcOrd="0" destOrd="0" presId="urn:microsoft.com/office/officeart/2016/7/layout/RepeatingBendingProcessNew"/>
    <dgm:cxn modelId="{EA78B88E-BBD8-4BE5-B8A4-810A1EC79C12}" type="presOf" srcId="{51E342BB-8DD7-4F51-BDBD-941C8DD8DC8C}" destId="{C3A98BBB-2D94-451E-96CA-836518D66E87}" srcOrd="0" destOrd="0" presId="urn:microsoft.com/office/officeart/2016/7/layout/RepeatingBendingProcessNew"/>
    <dgm:cxn modelId="{2052EB8F-809E-48AA-A73F-BD190DC86FBA}" type="presOf" srcId="{2C83A7CC-782A-4BA8-ABBD-258F2F42B0B7}" destId="{D4A7AFC8-911C-4270-9135-99F6DDE0DBDD}" srcOrd="1" destOrd="0" presId="urn:microsoft.com/office/officeart/2016/7/layout/RepeatingBendingProcessNew"/>
    <dgm:cxn modelId="{D4BC8794-C795-4CBD-9BF6-7BDD20F5109F}" srcId="{DA86DD9E-FAAC-4151-B069-E524335DE857}" destId="{9C8A1D44-7803-4C74-8D9D-9D753F6AFB42}" srcOrd="5" destOrd="0" parTransId="{8902D60D-CDFB-4AEC-B2FF-A953FA8457F9}" sibTransId="{AEDEA66D-306E-4AB2-855F-4E6AF5F7C21F}"/>
    <dgm:cxn modelId="{FD419C9B-E37C-46E4-8E52-B7BB0C86E9B4}" type="presOf" srcId="{19DFA047-34A1-4FFB-9BEE-53BDFE7DCF85}" destId="{400B900D-0436-4701-961D-E2B26FDF2684}" srcOrd="1" destOrd="0" presId="urn:microsoft.com/office/officeart/2016/7/layout/RepeatingBendingProcessNew"/>
    <dgm:cxn modelId="{5E6AFD9C-6265-4E85-BAB0-1AF2B7B45C69}" type="presOf" srcId="{9C8A1D44-7803-4C74-8D9D-9D753F6AFB42}" destId="{46622FE4-D06F-4528-85CA-65E421F2C7C6}" srcOrd="0" destOrd="0" presId="urn:microsoft.com/office/officeart/2016/7/layout/RepeatingBendingProcessNew"/>
    <dgm:cxn modelId="{E63A5BA1-B182-427E-99A2-688F03CACA0D}" type="presOf" srcId="{63711719-39AF-4EBD-8426-83A40B642599}" destId="{57D69043-6BEF-4557-AB57-2090D20BC073}" srcOrd="1" destOrd="0" presId="urn:microsoft.com/office/officeart/2016/7/layout/RepeatingBendingProcessNew"/>
    <dgm:cxn modelId="{49CFDFA1-A09B-46D9-B15A-CFA9DA365964}" srcId="{DA86DD9E-FAAC-4151-B069-E524335DE857}" destId="{F80AC3DC-74D3-4B13-B091-E9149AAD9B82}" srcOrd="6" destOrd="0" parTransId="{90B5E2EF-73E2-4BDE-B562-E1820F2A6428}" sibTransId="{8A7B61E9-B534-4CC2-9C40-260DC79E907D}"/>
    <dgm:cxn modelId="{33EB3CBB-3155-4255-B0EC-737A0F8D74D7}" type="presOf" srcId="{AEDEA66D-306E-4AB2-855F-4E6AF5F7C21F}" destId="{E6F80F71-6447-4C7E-80BA-B01E12F94741}" srcOrd="0" destOrd="0" presId="urn:microsoft.com/office/officeart/2016/7/layout/RepeatingBendingProcessNew"/>
    <dgm:cxn modelId="{A542AAD6-1C5B-4962-95F4-5B767C1B45FE}" type="presOf" srcId="{DA86DD9E-FAAC-4151-B069-E524335DE857}" destId="{0897B826-A7C8-4C66-AF26-72B2414802C1}" srcOrd="0" destOrd="0" presId="urn:microsoft.com/office/officeart/2016/7/layout/RepeatingBendingProcessNew"/>
    <dgm:cxn modelId="{C06A14F0-BA5F-4A37-8496-B625248C89C3}" srcId="{DA86DD9E-FAAC-4151-B069-E524335DE857}" destId="{03793DAA-353F-4C27-BF7F-4DF09DE84429}" srcOrd="2" destOrd="0" parTransId="{B14CCA3E-99BC-4A41-B40F-647078FA7076}" sibTransId="{2C83A7CC-782A-4BA8-ABBD-258F2F42B0B7}"/>
    <dgm:cxn modelId="{66353FF6-5A81-4B61-840F-DA7C1B5151A4}" srcId="{DA86DD9E-FAAC-4151-B069-E524335DE857}" destId="{2CBB5932-07A2-4308-9248-6E4305591541}" srcOrd="0" destOrd="0" parTransId="{AFA45259-C7D1-4F3A-9BC5-195148E04099}" sibTransId="{DA762B37-3E66-4474-AE94-591F71E008AA}"/>
    <dgm:cxn modelId="{8CB1C8F6-8B25-4C35-9A0E-E376FE0F031C}" type="presOf" srcId="{2C83A7CC-782A-4BA8-ABBD-258F2F42B0B7}" destId="{7D909240-0901-4CB2-B348-A531DB0F246F}" srcOrd="0" destOrd="0" presId="urn:microsoft.com/office/officeart/2016/7/layout/RepeatingBendingProcessNew"/>
    <dgm:cxn modelId="{D952315A-0DF0-4577-BFFB-E07887985EA9}" type="presParOf" srcId="{0897B826-A7C8-4C66-AF26-72B2414802C1}" destId="{C3C61271-BFEE-4119-90E0-49010B75E1A4}" srcOrd="0" destOrd="0" presId="urn:microsoft.com/office/officeart/2016/7/layout/RepeatingBendingProcessNew"/>
    <dgm:cxn modelId="{368B18CF-A259-46D9-BC83-1D4EB1D85D14}" type="presParOf" srcId="{0897B826-A7C8-4C66-AF26-72B2414802C1}" destId="{7483AD5E-A533-4842-A9A2-4089CDB4FD7D}" srcOrd="1" destOrd="0" presId="urn:microsoft.com/office/officeart/2016/7/layout/RepeatingBendingProcessNew"/>
    <dgm:cxn modelId="{7BBBF08A-B07A-4FDB-8632-57127E56A949}" type="presParOf" srcId="{7483AD5E-A533-4842-A9A2-4089CDB4FD7D}" destId="{9FA29761-C9BA-4D48-8793-D0EB4B72F6E0}" srcOrd="0" destOrd="0" presId="urn:microsoft.com/office/officeart/2016/7/layout/RepeatingBendingProcessNew"/>
    <dgm:cxn modelId="{E44F4114-931D-4FE6-A687-86738772EE0D}" type="presParOf" srcId="{0897B826-A7C8-4C66-AF26-72B2414802C1}" destId="{C289868D-3331-4BF6-8D13-2048264055B4}" srcOrd="2" destOrd="0" presId="urn:microsoft.com/office/officeart/2016/7/layout/RepeatingBendingProcessNew"/>
    <dgm:cxn modelId="{727369C1-B665-4FA7-B8D7-00DBFBC53B42}" type="presParOf" srcId="{0897B826-A7C8-4C66-AF26-72B2414802C1}" destId="{5F9002BF-57A6-44B5-A09F-21EAB4811509}" srcOrd="3" destOrd="0" presId="urn:microsoft.com/office/officeart/2016/7/layout/RepeatingBendingProcessNew"/>
    <dgm:cxn modelId="{6EB58E2F-D409-4F91-B064-36E4FC22F995}" type="presParOf" srcId="{5F9002BF-57A6-44B5-A09F-21EAB4811509}" destId="{1EBB2A7B-E7F8-435D-AAFE-3FD9D9235520}" srcOrd="0" destOrd="0" presId="urn:microsoft.com/office/officeart/2016/7/layout/RepeatingBendingProcessNew"/>
    <dgm:cxn modelId="{46B03B99-CC9E-4331-890D-6688394F0044}" type="presParOf" srcId="{0897B826-A7C8-4C66-AF26-72B2414802C1}" destId="{8497B3CB-25AB-485A-B523-B965DB94E91B}" srcOrd="4" destOrd="0" presId="urn:microsoft.com/office/officeart/2016/7/layout/RepeatingBendingProcessNew"/>
    <dgm:cxn modelId="{81FD3544-6D0C-4816-A802-C0B7007CC906}" type="presParOf" srcId="{0897B826-A7C8-4C66-AF26-72B2414802C1}" destId="{7D909240-0901-4CB2-B348-A531DB0F246F}" srcOrd="5" destOrd="0" presId="urn:microsoft.com/office/officeart/2016/7/layout/RepeatingBendingProcessNew"/>
    <dgm:cxn modelId="{C92BF6C5-D294-41D1-83DE-938C66DB3D03}" type="presParOf" srcId="{7D909240-0901-4CB2-B348-A531DB0F246F}" destId="{D4A7AFC8-911C-4270-9135-99F6DDE0DBDD}" srcOrd="0" destOrd="0" presId="urn:microsoft.com/office/officeart/2016/7/layout/RepeatingBendingProcessNew"/>
    <dgm:cxn modelId="{5E189715-CB02-44AE-931A-194B8821C6B4}" type="presParOf" srcId="{0897B826-A7C8-4C66-AF26-72B2414802C1}" destId="{C3A98BBB-2D94-451E-96CA-836518D66E87}" srcOrd="6" destOrd="0" presId="urn:microsoft.com/office/officeart/2016/7/layout/RepeatingBendingProcessNew"/>
    <dgm:cxn modelId="{D4491678-B7D1-4259-80C8-2BF50F32CE11}" type="presParOf" srcId="{0897B826-A7C8-4C66-AF26-72B2414802C1}" destId="{CC126720-4155-435C-A561-7FA6ACA4912A}" srcOrd="7" destOrd="0" presId="urn:microsoft.com/office/officeart/2016/7/layout/RepeatingBendingProcessNew"/>
    <dgm:cxn modelId="{67F2776B-C867-4FB7-AA88-8118924AC58C}" type="presParOf" srcId="{CC126720-4155-435C-A561-7FA6ACA4912A}" destId="{57D69043-6BEF-4557-AB57-2090D20BC073}" srcOrd="0" destOrd="0" presId="urn:microsoft.com/office/officeart/2016/7/layout/RepeatingBendingProcessNew"/>
    <dgm:cxn modelId="{E7A4D7AD-8469-417B-9DC4-5BFAE2B6DB80}" type="presParOf" srcId="{0897B826-A7C8-4C66-AF26-72B2414802C1}" destId="{C5773F85-12A9-4681-96F7-97CB9BCA30C0}" srcOrd="8" destOrd="0" presId="urn:microsoft.com/office/officeart/2016/7/layout/RepeatingBendingProcessNew"/>
    <dgm:cxn modelId="{6ECD36D5-28CE-4CD1-A9B9-44897254E55A}" type="presParOf" srcId="{0897B826-A7C8-4C66-AF26-72B2414802C1}" destId="{654CF8B7-5A62-41B1-8324-123463722482}" srcOrd="9" destOrd="0" presId="urn:microsoft.com/office/officeart/2016/7/layout/RepeatingBendingProcessNew"/>
    <dgm:cxn modelId="{FD3D9696-6E78-49F0-BE9B-2773AA8F3146}" type="presParOf" srcId="{654CF8B7-5A62-41B1-8324-123463722482}" destId="{400B900D-0436-4701-961D-E2B26FDF2684}" srcOrd="0" destOrd="0" presId="urn:microsoft.com/office/officeart/2016/7/layout/RepeatingBendingProcessNew"/>
    <dgm:cxn modelId="{6F04A65C-BF05-47C9-8DA9-6DA1B91FDDEE}" type="presParOf" srcId="{0897B826-A7C8-4C66-AF26-72B2414802C1}" destId="{46622FE4-D06F-4528-85CA-65E421F2C7C6}" srcOrd="10" destOrd="0" presId="urn:microsoft.com/office/officeart/2016/7/layout/RepeatingBendingProcessNew"/>
    <dgm:cxn modelId="{6ABB9CB0-E520-4C88-9313-CE37BFD6035F}" type="presParOf" srcId="{0897B826-A7C8-4C66-AF26-72B2414802C1}" destId="{E6F80F71-6447-4C7E-80BA-B01E12F94741}" srcOrd="11" destOrd="0" presId="urn:microsoft.com/office/officeart/2016/7/layout/RepeatingBendingProcessNew"/>
    <dgm:cxn modelId="{E19074F9-4422-4303-8BE0-09A2B9A7B7DF}" type="presParOf" srcId="{E6F80F71-6447-4C7E-80BA-B01E12F94741}" destId="{2058E7E1-2072-4130-8627-ED9C93A22D6F}" srcOrd="0" destOrd="0" presId="urn:microsoft.com/office/officeart/2016/7/layout/RepeatingBendingProcessNew"/>
    <dgm:cxn modelId="{46969DEC-AE6F-4C5D-B572-BE7916233FFF}" type="presParOf" srcId="{0897B826-A7C8-4C66-AF26-72B2414802C1}" destId="{071C6ADE-6571-4A23-90F1-FD12588E9ACD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18A9A9E-18DE-43B0-AC08-2B94C13F0036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8505A0C-C8EE-4970-AD13-1DD5B077CA61}">
      <dgm:prSet custT="1"/>
      <dgm:spPr/>
      <dgm:t>
        <a:bodyPr/>
        <a:lstStyle/>
        <a:p>
          <a:r>
            <a:rPr lang="en-US" sz="2000" b="1" dirty="0"/>
            <a:t>Research Methodology</a:t>
          </a:r>
        </a:p>
        <a:p>
          <a:endParaRPr lang="en-US" sz="2000" dirty="0"/>
        </a:p>
      </dgm:t>
    </dgm:pt>
    <dgm:pt modelId="{15777455-E974-4E64-BE02-57EA0282EC96}" type="parTrans" cxnId="{77134DD5-989B-4F39-B9DD-B26A4F1644D6}">
      <dgm:prSet/>
      <dgm:spPr/>
      <dgm:t>
        <a:bodyPr/>
        <a:lstStyle/>
        <a:p>
          <a:endParaRPr lang="en-US"/>
        </a:p>
      </dgm:t>
    </dgm:pt>
    <dgm:pt modelId="{32E4A837-47AC-4F01-A5E6-F47297B44EA8}" type="sibTrans" cxnId="{77134DD5-989B-4F39-B9DD-B26A4F1644D6}">
      <dgm:prSet/>
      <dgm:spPr/>
      <dgm:t>
        <a:bodyPr/>
        <a:lstStyle/>
        <a:p>
          <a:endParaRPr lang="en-US"/>
        </a:p>
      </dgm:t>
    </dgm:pt>
    <dgm:pt modelId="{C337CB21-7C95-44A7-9CEE-7E7527C17535}">
      <dgm:prSet custT="1"/>
      <dgm:spPr/>
      <dgm:t>
        <a:bodyPr/>
        <a:lstStyle/>
        <a:p>
          <a:r>
            <a:rPr lang="en-US" sz="2000" b="1" dirty="0"/>
            <a:t>Target:</a:t>
          </a:r>
          <a:r>
            <a:rPr lang="en-US" sz="2000" dirty="0"/>
            <a:t> 6+ interviews (3 students, 2 new EMTs, 2 firefighters, 1 instructor)</a:t>
          </a:r>
        </a:p>
      </dgm:t>
    </dgm:pt>
    <dgm:pt modelId="{1D7863B9-7B7C-4FEE-A081-4A34C3DE6617}" type="parTrans" cxnId="{F70C3212-BBB3-4067-968F-3FF9751E237E}">
      <dgm:prSet/>
      <dgm:spPr/>
      <dgm:t>
        <a:bodyPr/>
        <a:lstStyle/>
        <a:p>
          <a:endParaRPr lang="en-US"/>
        </a:p>
      </dgm:t>
    </dgm:pt>
    <dgm:pt modelId="{ACF10CAC-4D6E-4B37-9813-A6F0F59DA78F}" type="sibTrans" cxnId="{F70C3212-BBB3-4067-968F-3FF9751E237E}">
      <dgm:prSet/>
      <dgm:spPr/>
      <dgm:t>
        <a:bodyPr/>
        <a:lstStyle/>
        <a:p>
          <a:endParaRPr lang="en-US"/>
        </a:p>
      </dgm:t>
    </dgm:pt>
    <dgm:pt modelId="{B9F461FA-14B7-4A37-A355-C0DEF9213329}">
      <dgm:prSet custT="1"/>
      <dgm:spPr/>
      <dgm:t>
        <a:bodyPr/>
        <a:lstStyle/>
        <a:p>
          <a:r>
            <a:rPr lang="en-US" sz="2000" b="1" dirty="0"/>
            <a:t>Method:</a:t>
          </a:r>
          <a:r>
            <a:rPr lang="en-US" sz="2000" dirty="0"/>
            <a:t> 30-45 minute structured interviews + surveys</a:t>
          </a:r>
        </a:p>
      </dgm:t>
    </dgm:pt>
    <dgm:pt modelId="{52392A24-86D5-41B5-8646-5F39678566E8}" type="parTrans" cxnId="{BE0613FA-71E9-41D7-ABD9-F1EBE45171AB}">
      <dgm:prSet/>
      <dgm:spPr/>
      <dgm:t>
        <a:bodyPr/>
        <a:lstStyle/>
        <a:p>
          <a:endParaRPr lang="en-US"/>
        </a:p>
      </dgm:t>
    </dgm:pt>
    <dgm:pt modelId="{12737DB5-788D-41DD-BC28-50436D3F2041}" type="sibTrans" cxnId="{BE0613FA-71E9-41D7-ABD9-F1EBE45171AB}">
      <dgm:prSet/>
      <dgm:spPr/>
      <dgm:t>
        <a:bodyPr/>
        <a:lstStyle/>
        <a:p>
          <a:endParaRPr lang="en-US"/>
        </a:p>
      </dgm:t>
    </dgm:pt>
    <dgm:pt modelId="{CD8FAAFD-20A5-4AEF-95AC-FC4DA2E7E6D0}">
      <dgm:prSet custT="1"/>
      <dgm:spPr/>
      <dgm:t>
        <a:bodyPr/>
        <a:lstStyle/>
        <a:p>
          <a:r>
            <a:rPr lang="en-US" sz="2000" b="1" dirty="0"/>
            <a:t>Focus Areas:</a:t>
          </a:r>
          <a:r>
            <a:rPr lang="en-US" sz="2000" dirty="0"/>
            <a:t> Current training methods, AI attitudes, feature validation</a:t>
          </a:r>
        </a:p>
      </dgm:t>
    </dgm:pt>
    <dgm:pt modelId="{7CE27877-7EC1-4CB4-AFC6-01AC08DE5F00}" type="parTrans" cxnId="{CBB9107B-60DA-4F9E-816D-0EDA4E9ACAC6}">
      <dgm:prSet/>
      <dgm:spPr/>
      <dgm:t>
        <a:bodyPr/>
        <a:lstStyle/>
        <a:p>
          <a:endParaRPr lang="en-US"/>
        </a:p>
      </dgm:t>
    </dgm:pt>
    <dgm:pt modelId="{046D2D24-29EE-4752-9B1B-AE1FDAA12E43}" type="sibTrans" cxnId="{CBB9107B-60DA-4F9E-816D-0EDA4E9ACAC6}">
      <dgm:prSet/>
      <dgm:spPr/>
      <dgm:t>
        <a:bodyPr/>
        <a:lstStyle/>
        <a:p>
          <a:endParaRPr lang="en-US"/>
        </a:p>
      </dgm:t>
    </dgm:pt>
    <dgm:pt modelId="{28D33050-7931-4AE9-A351-4BC293725A48}">
      <dgm:prSet custT="1"/>
      <dgm:spPr/>
      <dgm:t>
        <a:bodyPr/>
        <a:lstStyle/>
        <a:p>
          <a:r>
            <a:rPr lang="en-US" sz="2000" b="1" dirty="0"/>
            <a:t>Key Research Questions:</a:t>
          </a:r>
        </a:p>
        <a:p>
          <a:endParaRPr lang="en-US" sz="2000" dirty="0"/>
        </a:p>
      </dgm:t>
    </dgm:pt>
    <dgm:pt modelId="{05254619-30E0-4D17-BC2D-589C7408A1C5}" type="parTrans" cxnId="{258FA676-7E67-4D6D-9ABC-96DDA0BDCD17}">
      <dgm:prSet/>
      <dgm:spPr/>
      <dgm:t>
        <a:bodyPr/>
        <a:lstStyle/>
        <a:p>
          <a:endParaRPr lang="en-US"/>
        </a:p>
      </dgm:t>
    </dgm:pt>
    <dgm:pt modelId="{6D2BBAB8-102E-4DC0-879A-0150DA1B8CF6}" type="sibTrans" cxnId="{258FA676-7E67-4D6D-9ABC-96DDA0BDCD17}">
      <dgm:prSet/>
      <dgm:spPr/>
      <dgm:t>
        <a:bodyPr/>
        <a:lstStyle/>
        <a:p>
          <a:endParaRPr lang="en-US"/>
        </a:p>
      </dgm:t>
    </dgm:pt>
    <dgm:pt modelId="{45774DB7-DB83-4789-9C15-AEC033F7F57B}">
      <dgm:prSet custT="1"/>
      <dgm:spPr/>
      <dgm:t>
        <a:bodyPr/>
        <a:lstStyle/>
        <a:p>
          <a:r>
            <a:rPr lang="en-US" sz="2000" dirty="0"/>
            <a:t>How do users currently practice EMT skills?</a:t>
          </a:r>
        </a:p>
      </dgm:t>
    </dgm:pt>
    <dgm:pt modelId="{B2EE2508-1FD2-4618-9DBB-BD6A66AD9215}" type="parTrans" cxnId="{23D25519-A116-46FE-8CB8-6FB1400D85A6}">
      <dgm:prSet/>
      <dgm:spPr/>
      <dgm:t>
        <a:bodyPr/>
        <a:lstStyle/>
        <a:p>
          <a:endParaRPr lang="en-US"/>
        </a:p>
      </dgm:t>
    </dgm:pt>
    <dgm:pt modelId="{6946FDD1-D68F-4B80-BA8E-C51E878777DA}" type="sibTrans" cxnId="{23D25519-A116-46FE-8CB8-6FB1400D85A6}">
      <dgm:prSet/>
      <dgm:spPr/>
      <dgm:t>
        <a:bodyPr/>
        <a:lstStyle/>
        <a:p>
          <a:endParaRPr lang="en-US"/>
        </a:p>
      </dgm:t>
    </dgm:pt>
    <dgm:pt modelId="{10554A99-A6B9-4C37-817E-B75BA88EEAF5}">
      <dgm:prSet custT="1"/>
      <dgm:spPr/>
      <dgm:t>
        <a:bodyPr/>
        <a:lstStyle/>
        <a:p>
          <a:r>
            <a:rPr lang="en-US" sz="2000" dirty="0"/>
            <a:t>What makes triage decision-making challenging?</a:t>
          </a:r>
        </a:p>
      </dgm:t>
    </dgm:pt>
    <dgm:pt modelId="{94161531-A251-4C8F-AC44-DB529CBB025C}" type="parTrans" cxnId="{9692616E-F3B8-4DA3-B565-D0C811B96FD4}">
      <dgm:prSet/>
      <dgm:spPr/>
      <dgm:t>
        <a:bodyPr/>
        <a:lstStyle/>
        <a:p>
          <a:endParaRPr lang="en-US"/>
        </a:p>
      </dgm:t>
    </dgm:pt>
    <dgm:pt modelId="{AB55CC23-CE7B-4793-99E8-CEA10072BF89}" type="sibTrans" cxnId="{9692616E-F3B8-4DA3-B565-D0C811B96FD4}">
      <dgm:prSet/>
      <dgm:spPr/>
      <dgm:t>
        <a:bodyPr/>
        <a:lstStyle/>
        <a:p>
          <a:endParaRPr lang="en-US"/>
        </a:p>
      </dgm:t>
    </dgm:pt>
    <dgm:pt modelId="{4AB7C992-871F-49FB-9886-26EAEF70EADA}">
      <dgm:prSet custT="1"/>
      <dgm:spPr/>
      <dgm:t>
        <a:bodyPr/>
        <a:lstStyle/>
        <a:p>
          <a:r>
            <a:rPr lang="en-US" sz="2000" dirty="0"/>
            <a:t>How do they feel about AI in medical training?</a:t>
          </a:r>
        </a:p>
      </dgm:t>
    </dgm:pt>
    <dgm:pt modelId="{01DB8C2B-B162-4619-BB67-3268B8183861}" type="parTrans" cxnId="{211063BD-FF93-47DD-A6EC-131665A1962B}">
      <dgm:prSet/>
      <dgm:spPr/>
      <dgm:t>
        <a:bodyPr/>
        <a:lstStyle/>
        <a:p>
          <a:endParaRPr lang="en-US"/>
        </a:p>
      </dgm:t>
    </dgm:pt>
    <dgm:pt modelId="{CB79C80A-93F2-48EE-98E1-4CDA413F5A28}" type="sibTrans" cxnId="{211063BD-FF93-47DD-A6EC-131665A1962B}">
      <dgm:prSet/>
      <dgm:spPr/>
      <dgm:t>
        <a:bodyPr/>
        <a:lstStyle/>
        <a:p>
          <a:endParaRPr lang="en-US"/>
        </a:p>
      </dgm:t>
    </dgm:pt>
    <dgm:pt modelId="{8CA229D0-DA49-40A1-8EF1-A9C2DCA6AE10}">
      <dgm:prSet custT="1"/>
      <dgm:spPr/>
      <dgm:t>
        <a:bodyPr/>
        <a:lstStyle/>
        <a:p>
          <a:r>
            <a:rPr lang="en-US" sz="2000" dirty="0"/>
            <a:t>What would make them trust AI guidance?</a:t>
          </a:r>
        </a:p>
      </dgm:t>
    </dgm:pt>
    <dgm:pt modelId="{3F73A704-F940-42DD-8D79-B7BD40DF5998}" type="parTrans" cxnId="{34268EA9-4459-4CC7-B34A-94F9D6FFDD73}">
      <dgm:prSet/>
      <dgm:spPr/>
      <dgm:t>
        <a:bodyPr/>
        <a:lstStyle/>
        <a:p>
          <a:endParaRPr lang="en-US"/>
        </a:p>
      </dgm:t>
    </dgm:pt>
    <dgm:pt modelId="{15ACB7C7-F648-4766-BDFB-A6F0603C7129}" type="sibTrans" cxnId="{34268EA9-4459-4CC7-B34A-94F9D6FFDD73}">
      <dgm:prSet/>
      <dgm:spPr/>
      <dgm:t>
        <a:bodyPr/>
        <a:lstStyle/>
        <a:p>
          <a:endParaRPr lang="en-US"/>
        </a:p>
      </dgm:t>
    </dgm:pt>
    <dgm:pt modelId="{E06351E5-2EEE-45C7-9883-3A2A78A937B9}">
      <dgm:prSet custT="1"/>
      <dgm:spPr/>
      <dgm:t>
        <a:bodyPr/>
        <a:lstStyle/>
        <a:p>
          <a:endParaRPr lang="en-US" sz="2000" dirty="0"/>
        </a:p>
      </dgm:t>
    </dgm:pt>
    <dgm:pt modelId="{B2232B2C-E816-4816-ACB7-4133FBE368BD}" type="parTrans" cxnId="{A59E94A1-25DF-4CF7-A308-636B7AFCD218}">
      <dgm:prSet/>
      <dgm:spPr/>
    </dgm:pt>
    <dgm:pt modelId="{435746B2-7591-4D0F-B0D8-A32705375E69}" type="sibTrans" cxnId="{A59E94A1-25DF-4CF7-A308-636B7AFCD218}">
      <dgm:prSet/>
      <dgm:spPr/>
    </dgm:pt>
    <dgm:pt modelId="{3F00A80E-E932-4B0D-8066-C1A66A069F4C}">
      <dgm:prSet custT="1"/>
      <dgm:spPr/>
      <dgm:t>
        <a:bodyPr/>
        <a:lstStyle/>
        <a:p>
          <a:endParaRPr lang="en-US" sz="2000" dirty="0"/>
        </a:p>
      </dgm:t>
    </dgm:pt>
    <dgm:pt modelId="{552B4F3D-A845-423F-A7C6-F43F5649B9C1}" type="parTrans" cxnId="{394766A0-B79A-443F-8541-1E252945F142}">
      <dgm:prSet/>
      <dgm:spPr/>
    </dgm:pt>
    <dgm:pt modelId="{3129A7F5-E3C3-41CA-8D94-75A8373E8533}" type="sibTrans" cxnId="{394766A0-B79A-443F-8541-1E252945F142}">
      <dgm:prSet/>
      <dgm:spPr/>
    </dgm:pt>
    <dgm:pt modelId="{3C8F5802-1FBE-4A33-A2D1-A141B8089AD7}">
      <dgm:prSet custT="1"/>
      <dgm:spPr/>
      <dgm:t>
        <a:bodyPr/>
        <a:lstStyle/>
        <a:p>
          <a:endParaRPr lang="en-US" sz="2000" dirty="0"/>
        </a:p>
      </dgm:t>
    </dgm:pt>
    <dgm:pt modelId="{F54C0B6F-6E1B-44FF-A9CC-849311EDE323}" type="parTrans" cxnId="{51C5C40D-10AD-4521-AE3F-F053924BD33F}">
      <dgm:prSet/>
      <dgm:spPr/>
    </dgm:pt>
    <dgm:pt modelId="{C4A2209B-CADE-4429-9F74-C7ABF4412C84}" type="sibTrans" cxnId="{51C5C40D-10AD-4521-AE3F-F053924BD33F}">
      <dgm:prSet/>
      <dgm:spPr/>
    </dgm:pt>
    <dgm:pt modelId="{7C9E96CB-96CC-4640-99E2-CFC0B0EA3C8E}">
      <dgm:prSet custT="1"/>
      <dgm:spPr/>
      <dgm:t>
        <a:bodyPr/>
        <a:lstStyle/>
        <a:p>
          <a:endParaRPr lang="en-US" sz="2000" dirty="0"/>
        </a:p>
      </dgm:t>
    </dgm:pt>
    <dgm:pt modelId="{3242EBFB-96A2-4D4D-8664-D971E13C42DD}" type="parTrans" cxnId="{EE0200A1-E513-49DD-9C4B-A3FDF6A9CEAF}">
      <dgm:prSet/>
      <dgm:spPr/>
    </dgm:pt>
    <dgm:pt modelId="{1C7F8F78-0ED9-4CED-B4D0-3C92D43098D1}" type="sibTrans" cxnId="{EE0200A1-E513-49DD-9C4B-A3FDF6A9CEAF}">
      <dgm:prSet/>
      <dgm:spPr/>
    </dgm:pt>
    <dgm:pt modelId="{3B463C0E-F0D5-427E-9516-23C0E885168D}">
      <dgm:prSet custT="1"/>
      <dgm:spPr/>
      <dgm:t>
        <a:bodyPr/>
        <a:lstStyle/>
        <a:p>
          <a:endParaRPr lang="en-US" sz="2000" dirty="0"/>
        </a:p>
      </dgm:t>
    </dgm:pt>
    <dgm:pt modelId="{592A3F6F-450C-47EC-AAAC-3E3873DB2A94}" type="parTrans" cxnId="{47100FA5-CBF6-48BF-989D-E0C78EC40DEE}">
      <dgm:prSet/>
      <dgm:spPr/>
    </dgm:pt>
    <dgm:pt modelId="{B5220DC0-948A-4C3A-AD5B-0EC02C6B9957}" type="sibTrans" cxnId="{47100FA5-CBF6-48BF-989D-E0C78EC40DEE}">
      <dgm:prSet/>
      <dgm:spPr/>
    </dgm:pt>
    <dgm:pt modelId="{C40FD434-D106-408B-90FA-F6465C22D98A}" type="pres">
      <dgm:prSet presAssocID="{418A9A9E-18DE-43B0-AC08-2B94C13F0036}" presName="diagram" presStyleCnt="0">
        <dgm:presLayoutVars>
          <dgm:dir/>
          <dgm:resizeHandles val="exact"/>
        </dgm:presLayoutVars>
      </dgm:prSet>
      <dgm:spPr/>
    </dgm:pt>
    <dgm:pt modelId="{412BC4BF-A857-45C9-8C98-CBF5647B9F40}" type="pres">
      <dgm:prSet presAssocID="{B8505A0C-C8EE-4970-AD13-1DD5B077CA61}" presName="node" presStyleLbl="node1" presStyleIdx="0" presStyleCnt="2" custScaleY="126164">
        <dgm:presLayoutVars>
          <dgm:bulletEnabled val="1"/>
        </dgm:presLayoutVars>
      </dgm:prSet>
      <dgm:spPr/>
    </dgm:pt>
    <dgm:pt modelId="{968A7FE1-54FE-4642-9EC4-2A3BB3F9ED8C}" type="pres">
      <dgm:prSet presAssocID="{32E4A837-47AC-4F01-A5E6-F47297B44EA8}" presName="sibTrans" presStyleCnt="0"/>
      <dgm:spPr/>
    </dgm:pt>
    <dgm:pt modelId="{9889C89F-6BDF-48AF-8DB1-395F7DEBB32A}" type="pres">
      <dgm:prSet presAssocID="{28D33050-7931-4AE9-A351-4BC293725A48}" presName="node" presStyleLbl="node1" presStyleIdx="1" presStyleCnt="2" custScaleY="126691">
        <dgm:presLayoutVars>
          <dgm:bulletEnabled val="1"/>
        </dgm:presLayoutVars>
      </dgm:prSet>
      <dgm:spPr/>
    </dgm:pt>
  </dgm:ptLst>
  <dgm:cxnLst>
    <dgm:cxn modelId="{51C5C40D-10AD-4521-AE3F-F053924BD33F}" srcId="{28D33050-7931-4AE9-A351-4BC293725A48}" destId="{3C8F5802-1FBE-4A33-A2D1-A141B8089AD7}" srcOrd="1" destOrd="0" parTransId="{F54C0B6F-6E1B-44FF-A9CC-849311EDE323}" sibTransId="{C4A2209B-CADE-4429-9F74-C7ABF4412C84}"/>
    <dgm:cxn modelId="{F70C3212-BBB3-4067-968F-3FF9751E237E}" srcId="{B8505A0C-C8EE-4970-AD13-1DD5B077CA61}" destId="{C337CB21-7C95-44A7-9CEE-7E7527C17535}" srcOrd="0" destOrd="0" parTransId="{1D7863B9-7B7C-4FEE-A081-4A34C3DE6617}" sibTransId="{ACF10CAC-4D6E-4B37-9813-A6F0F59DA78F}"/>
    <dgm:cxn modelId="{94827218-784B-4A42-B3D1-1C29DCD8DD94}" type="presOf" srcId="{3B463C0E-F0D5-427E-9516-23C0E885168D}" destId="{9889C89F-6BDF-48AF-8DB1-395F7DEBB32A}" srcOrd="0" destOrd="6" presId="urn:microsoft.com/office/officeart/2005/8/layout/default"/>
    <dgm:cxn modelId="{23D25519-A116-46FE-8CB8-6FB1400D85A6}" srcId="{28D33050-7931-4AE9-A351-4BC293725A48}" destId="{45774DB7-DB83-4789-9C15-AEC033F7F57B}" srcOrd="0" destOrd="0" parTransId="{B2EE2508-1FD2-4618-9DBB-BD6A66AD9215}" sibTransId="{6946FDD1-D68F-4B80-BA8E-C51E878777DA}"/>
    <dgm:cxn modelId="{98B69C23-781B-4E1D-93FD-F610A50BF8BD}" type="presOf" srcId="{10554A99-A6B9-4C37-817E-B75BA88EEAF5}" destId="{9889C89F-6BDF-48AF-8DB1-395F7DEBB32A}" srcOrd="0" destOrd="3" presId="urn:microsoft.com/office/officeart/2005/8/layout/default"/>
    <dgm:cxn modelId="{A5586639-8B29-4DE8-9F3F-534EBF8EE148}" type="presOf" srcId="{CD8FAAFD-20A5-4AEF-95AC-FC4DA2E7E6D0}" destId="{412BC4BF-A857-45C9-8C98-CBF5647B9F40}" srcOrd="0" destOrd="5" presId="urn:microsoft.com/office/officeart/2005/8/layout/default"/>
    <dgm:cxn modelId="{D3A7D15E-6428-4C29-B3D6-FBED111A6CEF}" type="presOf" srcId="{C337CB21-7C95-44A7-9CEE-7E7527C17535}" destId="{412BC4BF-A857-45C9-8C98-CBF5647B9F40}" srcOrd="0" destOrd="1" presId="urn:microsoft.com/office/officeart/2005/8/layout/default"/>
    <dgm:cxn modelId="{E5495F45-2FEA-428E-9485-49ADF9FCD1D0}" type="presOf" srcId="{4AB7C992-871F-49FB-9886-26EAEF70EADA}" destId="{9889C89F-6BDF-48AF-8DB1-395F7DEBB32A}" srcOrd="0" destOrd="5" presId="urn:microsoft.com/office/officeart/2005/8/layout/default"/>
    <dgm:cxn modelId="{9692616E-F3B8-4DA3-B565-D0C811B96FD4}" srcId="{28D33050-7931-4AE9-A351-4BC293725A48}" destId="{10554A99-A6B9-4C37-817E-B75BA88EEAF5}" srcOrd="2" destOrd="0" parTransId="{94161531-A251-4C8F-AC44-DB529CBB025C}" sibTransId="{AB55CC23-CE7B-4793-99E8-CEA10072BF89}"/>
    <dgm:cxn modelId="{258FA676-7E67-4D6D-9ABC-96DDA0BDCD17}" srcId="{418A9A9E-18DE-43B0-AC08-2B94C13F0036}" destId="{28D33050-7931-4AE9-A351-4BC293725A48}" srcOrd="1" destOrd="0" parTransId="{05254619-30E0-4D17-BC2D-589C7408A1C5}" sibTransId="{6D2BBAB8-102E-4DC0-879A-0150DA1B8CF6}"/>
    <dgm:cxn modelId="{32AB897A-6E43-4F3A-9574-8649BBA58189}" type="presOf" srcId="{28D33050-7931-4AE9-A351-4BC293725A48}" destId="{9889C89F-6BDF-48AF-8DB1-395F7DEBB32A}" srcOrd="0" destOrd="0" presId="urn:microsoft.com/office/officeart/2005/8/layout/default"/>
    <dgm:cxn modelId="{CBB9107B-60DA-4F9E-816D-0EDA4E9ACAC6}" srcId="{B8505A0C-C8EE-4970-AD13-1DD5B077CA61}" destId="{CD8FAAFD-20A5-4AEF-95AC-FC4DA2E7E6D0}" srcOrd="4" destOrd="0" parTransId="{7CE27877-7EC1-4CB4-AFC6-01AC08DE5F00}" sibTransId="{046D2D24-29EE-4752-9B1B-AE1FDAA12E43}"/>
    <dgm:cxn modelId="{CB6DE885-7B72-4CD4-953F-63CA868E63B1}" type="presOf" srcId="{E06351E5-2EEE-45C7-9883-3A2A78A937B9}" destId="{412BC4BF-A857-45C9-8C98-CBF5647B9F40}" srcOrd="0" destOrd="2" presId="urn:microsoft.com/office/officeart/2005/8/layout/default"/>
    <dgm:cxn modelId="{3CAAE799-971A-4BBC-AC9A-03B5D4A98D15}" type="presOf" srcId="{3F00A80E-E932-4B0D-8066-C1A66A069F4C}" destId="{412BC4BF-A857-45C9-8C98-CBF5647B9F40}" srcOrd="0" destOrd="4" presId="urn:microsoft.com/office/officeart/2005/8/layout/default"/>
    <dgm:cxn modelId="{394766A0-B79A-443F-8541-1E252945F142}" srcId="{B8505A0C-C8EE-4970-AD13-1DD5B077CA61}" destId="{3F00A80E-E932-4B0D-8066-C1A66A069F4C}" srcOrd="3" destOrd="0" parTransId="{552B4F3D-A845-423F-A7C6-F43F5649B9C1}" sibTransId="{3129A7F5-E3C3-41CA-8D94-75A8373E8533}"/>
    <dgm:cxn modelId="{EE0200A1-E513-49DD-9C4B-A3FDF6A9CEAF}" srcId="{28D33050-7931-4AE9-A351-4BC293725A48}" destId="{7C9E96CB-96CC-4640-99E2-CFC0B0EA3C8E}" srcOrd="3" destOrd="0" parTransId="{3242EBFB-96A2-4D4D-8664-D971E13C42DD}" sibTransId="{1C7F8F78-0ED9-4CED-B4D0-3C92D43098D1}"/>
    <dgm:cxn modelId="{A59E94A1-25DF-4CF7-A308-636B7AFCD218}" srcId="{B8505A0C-C8EE-4970-AD13-1DD5B077CA61}" destId="{E06351E5-2EEE-45C7-9883-3A2A78A937B9}" srcOrd="1" destOrd="0" parTransId="{B2232B2C-E816-4816-ACB7-4133FBE368BD}" sibTransId="{435746B2-7591-4D0F-B0D8-A32705375E69}"/>
    <dgm:cxn modelId="{47100FA5-CBF6-48BF-989D-E0C78EC40DEE}" srcId="{28D33050-7931-4AE9-A351-4BC293725A48}" destId="{3B463C0E-F0D5-427E-9516-23C0E885168D}" srcOrd="5" destOrd="0" parTransId="{592A3F6F-450C-47EC-AAAC-3E3873DB2A94}" sibTransId="{B5220DC0-948A-4C3A-AD5B-0EC02C6B9957}"/>
    <dgm:cxn modelId="{088604A7-F1B5-4329-BF48-32D80E5E5DA8}" type="presOf" srcId="{45774DB7-DB83-4789-9C15-AEC033F7F57B}" destId="{9889C89F-6BDF-48AF-8DB1-395F7DEBB32A}" srcOrd="0" destOrd="1" presId="urn:microsoft.com/office/officeart/2005/8/layout/default"/>
    <dgm:cxn modelId="{34268EA9-4459-4CC7-B34A-94F9D6FFDD73}" srcId="{28D33050-7931-4AE9-A351-4BC293725A48}" destId="{8CA229D0-DA49-40A1-8EF1-A9C2DCA6AE10}" srcOrd="6" destOrd="0" parTransId="{3F73A704-F940-42DD-8D79-B7BD40DF5998}" sibTransId="{15ACB7C7-F648-4766-BDFB-A6F0603C7129}"/>
    <dgm:cxn modelId="{2A6443BC-BA5A-4EEC-B020-C13695BDC41B}" type="presOf" srcId="{B9F461FA-14B7-4A37-A355-C0DEF9213329}" destId="{412BC4BF-A857-45C9-8C98-CBF5647B9F40}" srcOrd="0" destOrd="3" presId="urn:microsoft.com/office/officeart/2005/8/layout/default"/>
    <dgm:cxn modelId="{211063BD-FF93-47DD-A6EC-131665A1962B}" srcId="{28D33050-7931-4AE9-A351-4BC293725A48}" destId="{4AB7C992-871F-49FB-9886-26EAEF70EADA}" srcOrd="4" destOrd="0" parTransId="{01DB8C2B-B162-4619-BB67-3268B8183861}" sibTransId="{CB79C80A-93F2-48EE-98E1-4CDA413F5A28}"/>
    <dgm:cxn modelId="{B53AEEC7-B1E6-4AA8-8818-E526C9F92BCC}" type="presOf" srcId="{B8505A0C-C8EE-4970-AD13-1DD5B077CA61}" destId="{412BC4BF-A857-45C9-8C98-CBF5647B9F40}" srcOrd="0" destOrd="0" presId="urn:microsoft.com/office/officeart/2005/8/layout/default"/>
    <dgm:cxn modelId="{77134DD5-989B-4F39-B9DD-B26A4F1644D6}" srcId="{418A9A9E-18DE-43B0-AC08-2B94C13F0036}" destId="{B8505A0C-C8EE-4970-AD13-1DD5B077CA61}" srcOrd="0" destOrd="0" parTransId="{15777455-E974-4E64-BE02-57EA0282EC96}" sibTransId="{32E4A837-47AC-4F01-A5E6-F47297B44EA8}"/>
    <dgm:cxn modelId="{D29710E2-AE5A-499C-AA4B-3301739E99BE}" type="presOf" srcId="{418A9A9E-18DE-43B0-AC08-2B94C13F0036}" destId="{C40FD434-D106-408B-90FA-F6465C22D98A}" srcOrd="0" destOrd="0" presId="urn:microsoft.com/office/officeart/2005/8/layout/default"/>
    <dgm:cxn modelId="{3B301FE5-4746-41F4-B99F-B4C141ACFE32}" type="presOf" srcId="{8CA229D0-DA49-40A1-8EF1-A9C2DCA6AE10}" destId="{9889C89F-6BDF-48AF-8DB1-395F7DEBB32A}" srcOrd="0" destOrd="7" presId="urn:microsoft.com/office/officeart/2005/8/layout/default"/>
    <dgm:cxn modelId="{EF498BEB-B5C0-4713-B10C-A6549E1FC3F0}" type="presOf" srcId="{7C9E96CB-96CC-4640-99E2-CFC0B0EA3C8E}" destId="{9889C89F-6BDF-48AF-8DB1-395F7DEBB32A}" srcOrd="0" destOrd="4" presId="urn:microsoft.com/office/officeart/2005/8/layout/default"/>
    <dgm:cxn modelId="{A4CFB6F0-646A-477E-9D56-BA339D151FB1}" type="presOf" srcId="{3C8F5802-1FBE-4A33-A2D1-A141B8089AD7}" destId="{9889C89F-6BDF-48AF-8DB1-395F7DEBB32A}" srcOrd="0" destOrd="2" presId="urn:microsoft.com/office/officeart/2005/8/layout/default"/>
    <dgm:cxn modelId="{BE0613FA-71E9-41D7-ABD9-F1EBE45171AB}" srcId="{B8505A0C-C8EE-4970-AD13-1DD5B077CA61}" destId="{B9F461FA-14B7-4A37-A355-C0DEF9213329}" srcOrd="2" destOrd="0" parTransId="{52392A24-86D5-41B5-8646-5F39678566E8}" sibTransId="{12737DB5-788D-41DD-BC28-50436D3F2041}"/>
    <dgm:cxn modelId="{B683B466-368B-4D4F-86BD-0726D2637EAB}" type="presParOf" srcId="{C40FD434-D106-408B-90FA-F6465C22D98A}" destId="{412BC4BF-A857-45C9-8C98-CBF5647B9F40}" srcOrd="0" destOrd="0" presId="urn:microsoft.com/office/officeart/2005/8/layout/default"/>
    <dgm:cxn modelId="{E10A31A2-EF24-447E-BEBB-FDACD5C86D97}" type="presParOf" srcId="{C40FD434-D106-408B-90FA-F6465C22D98A}" destId="{968A7FE1-54FE-4642-9EC4-2A3BB3F9ED8C}" srcOrd="1" destOrd="0" presId="urn:microsoft.com/office/officeart/2005/8/layout/default"/>
    <dgm:cxn modelId="{58166FDC-925C-4D50-BB49-40CA4296FE0C}" type="presParOf" srcId="{C40FD434-D106-408B-90FA-F6465C22D98A}" destId="{9889C89F-6BDF-48AF-8DB1-395F7DEBB32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EE1C6A7-2A4F-4E20-ABE6-D49684ED61D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9A75E8C-B4A9-4C0A-826C-3618F6E0135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Pain Points Identified:</a:t>
          </a:r>
          <a:endParaRPr lang="en-US"/>
        </a:p>
      </dgm:t>
    </dgm:pt>
    <dgm:pt modelId="{FE08AC0B-193D-471D-8A9B-BC6EA052DB82}" type="parTrans" cxnId="{50D990BE-DC59-43C9-83EA-7D4668A6888D}">
      <dgm:prSet/>
      <dgm:spPr/>
      <dgm:t>
        <a:bodyPr/>
        <a:lstStyle/>
        <a:p>
          <a:endParaRPr lang="en-US"/>
        </a:p>
      </dgm:t>
    </dgm:pt>
    <dgm:pt modelId="{ECCC384F-CDF7-4C45-9E07-E554A1DC6D41}" type="sibTrans" cxnId="{50D990BE-DC59-43C9-83EA-7D4668A6888D}">
      <dgm:prSet/>
      <dgm:spPr/>
      <dgm:t>
        <a:bodyPr/>
        <a:lstStyle/>
        <a:p>
          <a:endParaRPr lang="en-US"/>
        </a:p>
      </dgm:t>
    </dgm:pt>
    <dgm:pt modelId="{C11F5871-5FC8-44F8-B512-D336C21385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Theory doesn't translate to quick decision-making under pressure</a:t>
          </a:r>
        </a:p>
      </dgm:t>
    </dgm:pt>
    <dgm:pt modelId="{4AF6DCBD-3C8B-4992-8D02-48D1436E87E5}" type="parTrans" cxnId="{B744D91F-C09F-43ED-9A14-19BC8472AEF9}">
      <dgm:prSet/>
      <dgm:spPr/>
      <dgm:t>
        <a:bodyPr/>
        <a:lstStyle/>
        <a:p>
          <a:endParaRPr lang="en-US"/>
        </a:p>
      </dgm:t>
    </dgm:pt>
    <dgm:pt modelId="{0F6FB309-F25A-47C5-B9E0-2B05011093E4}" type="sibTrans" cxnId="{B744D91F-C09F-43ED-9A14-19BC8472AEF9}">
      <dgm:prSet/>
      <dgm:spPr/>
      <dgm:t>
        <a:bodyPr/>
        <a:lstStyle/>
        <a:p>
          <a:endParaRPr lang="en-US"/>
        </a:p>
      </dgm:t>
    </dgm:pt>
    <dgm:pt modelId="{2A742E5E-BF83-4A28-97C8-C6FDA23434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Limited opportunities for diverse scenario practice</a:t>
          </a:r>
        </a:p>
      </dgm:t>
    </dgm:pt>
    <dgm:pt modelId="{4A4A7C34-D38D-4A6F-B7A7-F4897AD3157A}" type="parTrans" cxnId="{699B5B58-4FBD-4B98-B674-ABC47A853912}">
      <dgm:prSet/>
      <dgm:spPr/>
      <dgm:t>
        <a:bodyPr/>
        <a:lstStyle/>
        <a:p>
          <a:endParaRPr lang="en-US"/>
        </a:p>
      </dgm:t>
    </dgm:pt>
    <dgm:pt modelId="{DCAC6BC8-651D-4C24-9B7D-54F42D8A1DEE}" type="sibTrans" cxnId="{699B5B58-4FBD-4B98-B674-ABC47A853912}">
      <dgm:prSet/>
      <dgm:spPr/>
      <dgm:t>
        <a:bodyPr/>
        <a:lstStyle/>
        <a:p>
          <a:endParaRPr lang="en-US"/>
        </a:p>
      </dgm:t>
    </dgm:pt>
    <dgm:pt modelId="{1CE8C1C9-7201-4CA1-9DC8-F25716A5B49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Lack of personalized feedback on reasoning process</a:t>
          </a:r>
        </a:p>
      </dgm:t>
    </dgm:pt>
    <dgm:pt modelId="{1BBB7069-48D5-4CE0-906C-DA73B64DD0B5}" type="parTrans" cxnId="{8ECC87A4-3BDA-40D1-B4B9-545FB23D1F85}">
      <dgm:prSet/>
      <dgm:spPr/>
      <dgm:t>
        <a:bodyPr/>
        <a:lstStyle/>
        <a:p>
          <a:endParaRPr lang="en-US"/>
        </a:p>
      </dgm:t>
    </dgm:pt>
    <dgm:pt modelId="{9AFFE935-7136-4F48-B74D-E5D647990C78}" type="sibTrans" cxnId="{8ECC87A4-3BDA-40D1-B4B9-545FB23D1F85}">
      <dgm:prSet/>
      <dgm:spPr/>
      <dgm:t>
        <a:bodyPr/>
        <a:lstStyle/>
        <a:p>
          <a:endParaRPr lang="en-US"/>
        </a:p>
      </dgm:t>
    </dgm:pt>
    <dgm:pt modelId="{3AFA51F3-4970-4D4A-934C-E54009D71A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Anxiety about making wrong choices in real emergencies</a:t>
          </a:r>
        </a:p>
      </dgm:t>
    </dgm:pt>
    <dgm:pt modelId="{BCEE1729-3E6C-4D95-80D8-C04D2B025AEB}" type="parTrans" cxnId="{F04199C1-8E63-41F5-BD92-4CA2EBF4EC7D}">
      <dgm:prSet/>
      <dgm:spPr/>
      <dgm:t>
        <a:bodyPr/>
        <a:lstStyle/>
        <a:p>
          <a:endParaRPr lang="en-US"/>
        </a:p>
      </dgm:t>
    </dgm:pt>
    <dgm:pt modelId="{C316466E-E738-45D0-9DB0-3D12AD462924}" type="sibTrans" cxnId="{F04199C1-8E63-41F5-BD92-4CA2EBF4EC7D}">
      <dgm:prSet/>
      <dgm:spPr/>
      <dgm:t>
        <a:bodyPr/>
        <a:lstStyle/>
        <a:p>
          <a:endParaRPr lang="en-US"/>
        </a:p>
      </dgm:t>
    </dgm:pt>
    <dgm:pt modelId="{1749F9A5-4C47-4EE3-9D52-8041EE958C9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AI Attitudes:</a:t>
          </a:r>
          <a:endParaRPr lang="en-US"/>
        </a:p>
      </dgm:t>
    </dgm:pt>
    <dgm:pt modelId="{218F9567-BFC4-4D9B-A911-1BAFF8D020EF}" type="parTrans" cxnId="{204DEE4C-652C-4B90-823E-62CF0C08A252}">
      <dgm:prSet/>
      <dgm:spPr/>
      <dgm:t>
        <a:bodyPr/>
        <a:lstStyle/>
        <a:p>
          <a:endParaRPr lang="en-US"/>
        </a:p>
      </dgm:t>
    </dgm:pt>
    <dgm:pt modelId="{90F60A17-98C0-4D6C-A739-599934205EDD}" type="sibTrans" cxnId="{204DEE4C-652C-4B90-823E-62CF0C08A252}">
      <dgm:prSet/>
      <dgm:spPr/>
      <dgm:t>
        <a:bodyPr/>
        <a:lstStyle/>
        <a:p>
          <a:endParaRPr lang="en-US"/>
        </a:p>
      </dgm:t>
    </dgm:pt>
    <dgm:pt modelId="{9E10D602-0B43-4F33-B1E9-7051AC3832C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Positive:</a:t>
          </a:r>
          <a:r>
            <a:rPr lang="en-US"/>
            <a:t> Want 24/7 available coaching and personalized feedback</a:t>
          </a:r>
        </a:p>
      </dgm:t>
    </dgm:pt>
    <dgm:pt modelId="{4AF9595D-0FDC-4C0C-A0AB-F73EA3804128}" type="parTrans" cxnId="{70932317-1121-403E-A946-16159DE164BE}">
      <dgm:prSet/>
      <dgm:spPr/>
      <dgm:t>
        <a:bodyPr/>
        <a:lstStyle/>
        <a:p>
          <a:endParaRPr lang="en-US"/>
        </a:p>
      </dgm:t>
    </dgm:pt>
    <dgm:pt modelId="{F72CC709-70F7-46B8-A162-0ACDBA44B8B8}" type="sibTrans" cxnId="{70932317-1121-403E-A946-16159DE164BE}">
      <dgm:prSet/>
      <dgm:spPr/>
      <dgm:t>
        <a:bodyPr/>
        <a:lstStyle/>
        <a:p>
          <a:endParaRPr lang="en-US"/>
        </a:p>
      </dgm:t>
    </dgm:pt>
    <dgm:pt modelId="{DEDA1A3F-C4F0-41F3-900D-6C99C9CB75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Concerns:</a:t>
          </a:r>
          <a:r>
            <a:rPr lang="en-US"/>
            <a:t> Medical accuracy, over-dependence on technology</a:t>
          </a:r>
        </a:p>
      </dgm:t>
    </dgm:pt>
    <dgm:pt modelId="{A2AB9771-62D0-4E6B-90F0-C8E41B08FCA1}" type="parTrans" cxnId="{FA5E182B-9673-45C4-BA84-CF8390AF97FA}">
      <dgm:prSet/>
      <dgm:spPr/>
      <dgm:t>
        <a:bodyPr/>
        <a:lstStyle/>
        <a:p>
          <a:endParaRPr lang="en-US"/>
        </a:p>
      </dgm:t>
    </dgm:pt>
    <dgm:pt modelId="{5BACE31F-4156-4842-BF65-1D79BA764A61}" type="sibTrans" cxnId="{FA5E182B-9673-45C4-BA84-CF8390AF97FA}">
      <dgm:prSet/>
      <dgm:spPr/>
      <dgm:t>
        <a:bodyPr/>
        <a:lstStyle/>
        <a:p>
          <a:endParaRPr lang="en-US"/>
        </a:p>
      </dgm:t>
    </dgm:pt>
    <dgm:pt modelId="{3E6648DE-1270-42B6-8639-3C569E063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Trust Factors:</a:t>
          </a:r>
          <a:r>
            <a:rPr lang="en-US"/>
            <a:t> Citations to medical protocols, transparent reasoning</a:t>
          </a:r>
        </a:p>
      </dgm:t>
    </dgm:pt>
    <dgm:pt modelId="{18BF11CB-4E1E-438D-8509-115E6EEBC7E3}" type="parTrans" cxnId="{05A822EC-0450-4BA7-AE02-816452A8E430}">
      <dgm:prSet/>
      <dgm:spPr/>
      <dgm:t>
        <a:bodyPr/>
        <a:lstStyle/>
        <a:p>
          <a:endParaRPr lang="en-US"/>
        </a:p>
      </dgm:t>
    </dgm:pt>
    <dgm:pt modelId="{4D0DBFA2-52D8-4A10-9D62-5F5180ADA114}" type="sibTrans" cxnId="{05A822EC-0450-4BA7-AE02-816452A8E430}">
      <dgm:prSet/>
      <dgm:spPr/>
      <dgm:t>
        <a:bodyPr/>
        <a:lstStyle/>
        <a:p>
          <a:endParaRPr lang="en-US"/>
        </a:p>
      </dgm:t>
    </dgm:pt>
    <dgm:pt modelId="{1E908844-F777-403C-9586-0A6A8F2A61FB}" type="pres">
      <dgm:prSet presAssocID="{EEE1C6A7-2A4F-4E20-ABE6-D49684ED61DC}" presName="root" presStyleCnt="0">
        <dgm:presLayoutVars>
          <dgm:dir/>
          <dgm:resizeHandles val="exact"/>
        </dgm:presLayoutVars>
      </dgm:prSet>
      <dgm:spPr/>
    </dgm:pt>
    <dgm:pt modelId="{744120EB-14E0-48B7-9FCE-807EF6B90D59}" type="pres">
      <dgm:prSet presAssocID="{19A75E8C-B4A9-4C0A-826C-3618F6E01356}" presName="compNode" presStyleCnt="0"/>
      <dgm:spPr/>
    </dgm:pt>
    <dgm:pt modelId="{4AFDDE5A-706B-4D7B-9F2B-5C2C59AD87FA}" type="pres">
      <dgm:prSet presAssocID="{19A75E8C-B4A9-4C0A-826C-3618F6E0135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65AE088-D8A6-4F86-ADB5-0C83D612A20B}" type="pres">
      <dgm:prSet presAssocID="{19A75E8C-B4A9-4C0A-826C-3618F6E01356}" presName="iconSpace" presStyleCnt="0"/>
      <dgm:spPr/>
    </dgm:pt>
    <dgm:pt modelId="{30F3DB3E-FD3E-4195-B0F9-B85FD5A28098}" type="pres">
      <dgm:prSet presAssocID="{19A75E8C-B4A9-4C0A-826C-3618F6E01356}" presName="parTx" presStyleLbl="revTx" presStyleIdx="0" presStyleCnt="4">
        <dgm:presLayoutVars>
          <dgm:chMax val="0"/>
          <dgm:chPref val="0"/>
        </dgm:presLayoutVars>
      </dgm:prSet>
      <dgm:spPr/>
    </dgm:pt>
    <dgm:pt modelId="{1DB4A24C-54F5-43CC-8DC2-0FFD35C30584}" type="pres">
      <dgm:prSet presAssocID="{19A75E8C-B4A9-4C0A-826C-3618F6E01356}" presName="txSpace" presStyleCnt="0"/>
      <dgm:spPr/>
    </dgm:pt>
    <dgm:pt modelId="{F1EB2388-329F-45C9-A7A1-030A7B02BEFB}" type="pres">
      <dgm:prSet presAssocID="{19A75E8C-B4A9-4C0A-826C-3618F6E01356}" presName="desTx" presStyleLbl="revTx" presStyleIdx="1" presStyleCnt="4">
        <dgm:presLayoutVars/>
      </dgm:prSet>
      <dgm:spPr/>
    </dgm:pt>
    <dgm:pt modelId="{714D7ACE-022F-401F-8642-3C80C918ACF2}" type="pres">
      <dgm:prSet presAssocID="{ECCC384F-CDF7-4C45-9E07-E554A1DC6D41}" presName="sibTrans" presStyleCnt="0"/>
      <dgm:spPr/>
    </dgm:pt>
    <dgm:pt modelId="{057FFC54-BDF0-45F8-9DE8-DA7DD50FF3F2}" type="pres">
      <dgm:prSet presAssocID="{1749F9A5-4C47-4EE3-9D52-8041EE958C90}" presName="compNode" presStyleCnt="0"/>
      <dgm:spPr/>
    </dgm:pt>
    <dgm:pt modelId="{3226DD2E-BDF9-4E01-9B1E-747D5A13275B}" type="pres">
      <dgm:prSet presAssocID="{1749F9A5-4C47-4EE3-9D52-8041EE958C9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F99DBE5D-5A3A-47B1-AA0E-894FE32FBA23}" type="pres">
      <dgm:prSet presAssocID="{1749F9A5-4C47-4EE3-9D52-8041EE958C90}" presName="iconSpace" presStyleCnt="0"/>
      <dgm:spPr/>
    </dgm:pt>
    <dgm:pt modelId="{F2DE73F4-0CCB-4E21-A1A9-0376A66FB1C2}" type="pres">
      <dgm:prSet presAssocID="{1749F9A5-4C47-4EE3-9D52-8041EE958C90}" presName="parTx" presStyleLbl="revTx" presStyleIdx="2" presStyleCnt="4">
        <dgm:presLayoutVars>
          <dgm:chMax val="0"/>
          <dgm:chPref val="0"/>
        </dgm:presLayoutVars>
      </dgm:prSet>
      <dgm:spPr/>
    </dgm:pt>
    <dgm:pt modelId="{0388B03A-9F61-4E1F-995E-BF6EA297333E}" type="pres">
      <dgm:prSet presAssocID="{1749F9A5-4C47-4EE3-9D52-8041EE958C90}" presName="txSpace" presStyleCnt="0"/>
      <dgm:spPr/>
    </dgm:pt>
    <dgm:pt modelId="{81BCAF02-5F2A-44FB-B929-9A4BC19F5BF9}" type="pres">
      <dgm:prSet presAssocID="{1749F9A5-4C47-4EE3-9D52-8041EE958C90}" presName="desTx" presStyleLbl="revTx" presStyleIdx="3" presStyleCnt="4">
        <dgm:presLayoutVars/>
      </dgm:prSet>
      <dgm:spPr/>
    </dgm:pt>
  </dgm:ptLst>
  <dgm:cxnLst>
    <dgm:cxn modelId="{40CDBD02-83EC-4849-9E67-661F5ED627A8}" type="presOf" srcId="{1CE8C1C9-7201-4CA1-9DC8-F25716A5B49B}" destId="{F1EB2388-329F-45C9-A7A1-030A7B02BEFB}" srcOrd="0" destOrd="2" presId="urn:microsoft.com/office/officeart/2018/5/layout/CenteredIconLabelDescriptionList"/>
    <dgm:cxn modelId="{D60B7D0D-FD09-4C1C-A839-88E261A00E17}" type="presOf" srcId="{1749F9A5-4C47-4EE3-9D52-8041EE958C90}" destId="{F2DE73F4-0CCB-4E21-A1A9-0376A66FB1C2}" srcOrd="0" destOrd="0" presId="urn:microsoft.com/office/officeart/2018/5/layout/CenteredIconLabelDescriptionList"/>
    <dgm:cxn modelId="{70932317-1121-403E-A946-16159DE164BE}" srcId="{1749F9A5-4C47-4EE3-9D52-8041EE958C90}" destId="{9E10D602-0B43-4F33-B1E9-7051AC3832C0}" srcOrd="0" destOrd="0" parTransId="{4AF9595D-0FDC-4C0C-A0AB-F73EA3804128}" sibTransId="{F72CC709-70F7-46B8-A162-0ACDBA44B8B8}"/>
    <dgm:cxn modelId="{B744D91F-C09F-43ED-9A14-19BC8472AEF9}" srcId="{19A75E8C-B4A9-4C0A-826C-3618F6E01356}" destId="{C11F5871-5FC8-44F8-B512-D336C2138535}" srcOrd="0" destOrd="0" parTransId="{4AF6DCBD-3C8B-4992-8D02-48D1436E87E5}" sibTransId="{0F6FB309-F25A-47C5-B9E0-2B05011093E4}"/>
    <dgm:cxn modelId="{526B032B-9168-4A67-93D3-6BE4E8EED70E}" type="presOf" srcId="{2A742E5E-BF83-4A28-97C8-C6FDA2343406}" destId="{F1EB2388-329F-45C9-A7A1-030A7B02BEFB}" srcOrd="0" destOrd="1" presId="urn:microsoft.com/office/officeart/2018/5/layout/CenteredIconLabelDescriptionList"/>
    <dgm:cxn modelId="{FA5E182B-9673-45C4-BA84-CF8390AF97FA}" srcId="{1749F9A5-4C47-4EE3-9D52-8041EE958C90}" destId="{DEDA1A3F-C4F0-41F3-900D-6C99C9CB7568}" srcOrd="1" destOrd="0" parTransId="{A2AB9771-62D0-4E6B-90F0-C8E41B08FCA1}" sibTransId="{5BACE31F-4156-4842-BF65-1D79BA764A61}"/>
    <dgm:cxn modelId="{698A8A68-344E-4E0D-A77E-390C08BBDB05}" type="presOf" srcId="{3E6648DE-1270-42B6-8639-3C569E063D52}" destId="{81BCAF02-5F2A-44FB-B929-9A4BC19F5BF9}" srcOrd="0" destOrd="2" presId="urn:microsoft.com/office/officeart/2018/5/layout/CenteredIconLabelDescriptionList"/>
    <dgm:cxn modelId="{204DEE4C-652C-4B90-823E-62CF0C08A252}" srcId="{EEE1C6A7-2A4F-4E20-ABE6-D49684ED61DC}" destId="{1749F9A5-4C47-4EE3-9D52-8041EE958C90}" srcOrd="1" destOrd="0" parTransId="{218F9567-BFC4-4D9B-A911-1BAFF8D020EF}" sibTransId="{90F60A17-98C0-4D6C-A739-599934205EDD}"/>
    <dgm:cxn modelId="{A2A64953-F009-41BB-B7BF-2CF22AECE113}" type="presOf" srcId="{3AFA51F3-4970-4D4A-934C-E54009D71A4A}" destId="{F1EB2388-329F-45C9-A7A1-030A7B02BEFB}" srcOrd="0" destOrd="3" presId="urn:microsoft.com/office/officeart/2018/5/layout/CenteredIconLabelDescriptionList"/>
    <dgm:cxn modelId="{699B5B58-4FBD-4B98-B674-ABC47A853912}" srcId="{19A75E8C-B4A9-4C0A-826C-3618F6E01356}" destId="{2A742E5E-BF83-4A28-97C8-C6FDA2343406}" srcOrd="1" destOrd="0" parTransId="{4A4A7C34-D38D-4A6F-B7A7-F4897AD3157A}" sibTransId="{DCAC6BC8-651D-4C24-9B7D-54F42D8A1DEE}"/>
    <dgm:cxn modelId="{173B03A0-E5CD-4BCF-BD5A-12E977915EA4}" type="presOf" srcId="{C11F5871-5FC8-44F8-B512-D336C2138535}" destId="{F1EB2388-329F-45C9-A7A1-030A7B02BEFB}" srcOrd="0" destOrd="0" presId="urn:microsoft.com/office/officeart/2018/5/layout/CenteredIconLabelDescriptionList"/>
    <dgm:cxn modelId="{8ECC87A4-3BDA-40D1-B4B9-545FB23D1F85}" srcId="{19A75E8C-B4A9-4C0A-826C-3618F6E01356}" destId="{1CE8C1C9-7201-4CA1-9DC8-F25716A5B49B}" srcOrd="2" destOrd="0" parTransId="{1BBB7069-48D5-4CE0-906C-DA73B64DD0B5}" sibTransId="{9AFFE935-7136-4F48-B74D-E5D647990C78}"/>
    <dgm:cxn modelId="{E88EF2B8-9C7E-4D17-84D0-0286B8D54F63}" type="presOf" srcId="{EEE1C6A7-2A4F-4E20-ABE6-D49684ED61DC}" destId="{1E908844-F777-403C-9586-0A6A8F2A61FB}" srcOrd="0" destOrd="0" presId="urn:microsoft.com/office/officeart/2018/5/layout/CenteredIconLabelDescriptionList"/>
    <dgm:cxn modelId="{50D990BE-DC59-43C9-83EA-7D4668A6888D}" srcId="{EEE1C6A7-2A4F-4E20-ABE6-D49684ED61DC}" destId="{19A75E8C-B4A9-4C0A-826C-3618F6E01356}" srcOrd="0" destOrd="0" parTransId="{FE08AC0B-193D-471D-8A9B-BC6EA052DB82}" sibTransId="{ECCC384F-CDF7-4C45-9E07-E554A1DC6D41}"/>
    <dgm:cxn modelId="{F04199C1-8E63-41F5-BD92-4CA2EBF4EC7D}" srcId="{19A75E8C-B4A9-4C0A-826C-3618F6E01356}" destId="{3AFA51F3-4970-4D4A-934C-E54009D71A4A}" srcOrd="3" destOrd="0" parTransId="{BCEE1729-3E6C-4D95-80D8-C04D2B025AEB}" sibTransId="{C316466E-E738-45D0-9DB0-3D12AD462924}"/>
    <dgm:cxn modelId="{035615D5-4C7D-4278-85AE-833582F45901}" type="presOf" srcId="{9E10D602-0B43-4F33-B1E9-7051AC3832C0}" destId="{81BCAF02-5F2A-44FB-B929-9A4BC19F5BF9}" srcOrd="0" destOrd="0" presId="urn:microsoft.com/office/officeart/2018/5/layout/CenteredIconLabelDescriptionList"/>
    <dgm:cxn modelId="{E17694D9-6EC4-4555-9202-7EB8721BBC98}" type="presOf" srcId="{19A75E8C-B4A9-4C0A-826C-3618F6E01356}" destId="{30F3DB3E-FD3E-4195-B0F9-B85FD5A28098}" srcOrd="0" destOrd="0" presId="urn:microsoft.com/office/officeart/2018/5/layout/CenteredIconLabelDescriptionList"/>
    <dgm:cxn modelId="{CD0BCFE8-35F2-4375-872E-659D52D4E90D}" type="presOf" srcId="{DEDA1A3F-C4F0-41F3-900D-6C99C9CB7568}" destId="{81BCAF02-5F2A-44FB-B929-9A4BC19F5BF9}" srcOrd="0" destOrd="1" presId="urn:microsoft.com/office/officeart/2018/5/layout/CenteredIconLabelDescriptionList"/>
    <dgm:cxn modelId="{05A822EC-0450-4BA7-AE02-816452A8E430}" srcId="{1749F9A5-4C47-4EE3-9D52-8041EE958C90}" destId="{3E6648DE-1270-42B6-8639-3C569E063D52}" srcOrd="2" destOrd="0" parTransId="{18BF11CB-4E1E-438D-8509-115E6EEBC7E3}" sibTransId="{4D0DBFA2-52D8-4A10-9D62-5F5180ADA114}"/>
    <dgm:cxn modelId="{FC01FE20-AF08-45F1-878B-FAE6113A2B8D}" type="presParOf" srcId="{1E908844-F777-403C-9586-0A6A8F2A61FB}" destId="{744120EB-14E0-48B7-9FCE-807EF6B90D59}" srcOrd="0" destOrd="0" presId="urn:microsoft.com/office/officeart/2018/5/layout/CenteredIconLabelDescriptionList"/>
    <dgm:cxn modelId="{F072AF32-333B-46C6-AAC7-3488FE860053}" type="presParOf" srcId="{744120EB-14E0-48B7-9FCE-807EF6B90D59}" destId="{4AFDDE5A-706B-4D7B-9F2B-5C2C59AD87FA}" srcOrd="0" destOrd="0" presId="urn:microsoft.com/office/officeart/2018/5/layout/CenteredIconLabelDescriptionList"/>
    <dgm:cxn modelId="{8B025564-2F02-4054-953F-98D0D5FC8A7C}" type="presParOf" srcId="{744120EB-14E0-48B7-9FCE-807EF6B90D59}" destId="{D65AE088-D8A6-4F86-ADB5-0C83D612A20B}" srcOrd="1" destOrd="0" presId="urn:microsoft.com/office/officeart/2018/5/layout/CenteredIconLabelDescriptionList"/>
    <dgm:cxn modelId="{F39E2EE9-3843-4558-BB56-BC93AD97071A}" type="presParOf" srcId="{744120EB-14E0-48B7-9FCE-807EF6B90D59}" destId="{30F3DB3E-FD3E-4195-B0F9-B85FD5A28098}" srcOrd="2" destOrd="0" presId="urn:microsoft.com/office/officeart/2018/5/layout/CenteredIconLabelDescriptionList"/>
    <dgm:cxn modelId="{6238FD30-817E-4A06-97C6-B459BFC60EB3}" type="presParOf" srcId="{744120EB-14E0-48B7-9FCE-807EF6B90D59}" destId="{1DB4A24C-54F5-43CC-8DC2-0FFD35C30584}" srcOrd="3" destOrd="0" presId="urn:microsoft.com/office/officeart/2018/5/layout/CenteredIconLabelDescriptionList"/>
    <dgm:cxn modelId="{8ECEE59B-8ACD-4F8A-97B2-EB43E1DFBAD9}" type="presParOf" srcId="{744120EB-14E0-48B7-9FCE-807EF6B90D59}" destId="{F1EB2388-329F-45C9-A7A1-030A7B02BEFB}" srcOrd="4" destOrd="0" presId="urn:microsoft.com/office/officeart/2018/5/layout/CenteredIconLabelDescriptionList"/>
    <dgm:cxn modelId="{D396CB38-EC81-408E-994E-54E4CE944D93}" type="presParOf" srcId="{1E908844-F777-403C-9586-0A6A8F2A61FB}" destId="{714D7ACE-022F-401F-8642-3C80C918ACF2}" srcOrd="1" destOrd="0" presId="urn:microsoft.com/office/officeart/2018/5/layout/CenteredIconLabelDescriptionList"/>
    <dgm:cxn modelId="{590FE5EB-CA6E-4850-9C6D-2C75D3200711}" type="presParOf" srcId="{1E908844-F777-403C-9586-0A6A8F2A61FB}" destId="{057FFC54-BDF0-45F8-9DE8-DA7DD50FF3F2}" srcOrd="2" destOrd="0" presId="urn:microsoft.com/office/officeart/2018/5/layout/CenteredIconLabelDescriptionList"/>
    <dgm:cxn modelId="{D648B74F-10D6-487C-9753-ED2F0348FC03}" type="presParOf" srcId="{057FFC54-BDF0-45F8-9DE8-DA7DD50FF3F2}" destId="{3226DD2E-BDF9-4E01-9B1E-747D5A13275B}" srcOrd="0" destOrd="0" presId="urn:microsoft.com/office/officeart/2018/5/layout/CenteredIconLabelDescriptionList"/>
    <dgm:cxn modelId="{27AD3DFA-EE57-4E59-9222-0EB2148D0D56}" type="presParOf" srcId="{057FFC54-BDF0-45F8-9DE8-DA7DD50FF3F2}" destId="{F99DBE5D-5A3A-47B1-AA0E-894FE32FBA23}" srcOrd="1" destOrd="0" presId="urn:microsoft.com/office/officeart/2018/5/layout/CenteredIconLabelDescriptionList"/>
    <dgm:cxn modelId="{E2301BF3-A3E4-43C1-8617-83271D8D99BC}" type="presParOf" srcId="{057FFC54-BDF0-45F8-9DE8-DA7DD50FF3F2}" destId="{F2DE73F4-0CCB-4E21-A1A9-0376A66FB1C2}" srcOrd="2" destOrd="0" presId="urn:microsoft.com/office/officeart/2018/5/layout/CenteredIconLabelDescriptionList"/>
    <dgm:cxn modelId="{65E454CC-6A36-44D2-981A-1FB6236763E2}" type="presParOf" srcId="{057FFC54-BDF0-45F8-9DE8-DA7DD50FF3F2}" destId="{0388B03A-9F61-4E1F-995E-BF6EA297333E}" srcOrd="3" destOrd="0" presId="urn:microsoft.com/office/officeart/2018/5/layout/CenteredIconLabelDescriptionList"/>
    <dgm:cxn modelId="{A4DA4226-84F8-48AE-ABFB-F758AA20FD38}" type="presParOf" srcId="{057FFC54-BDF0-45F8-9DE8-DA7DD50FF3F2}" destId="{81BCAF02-5F2A-44FB-B929-9A4BC19F5B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EF383-40FC-4F57-83C8-DFDFE6A6BD90}">
      <dsp:nvSpPr>
        <dsp:cNvPr id="0" name=""/>
        <dsp:cNvSpPr/>
      </dsp:nvSpPr>
      <dsp:spPr>
        <a:xfrm>
          <a:off x="0" y="3814894"/>
          <a:ext cx="9906000" cy="116956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Market Validation:</a:t>
          </a:r>
          <a:endParaRPr lang="en-US" sz="2300" kern="1200" dirty="0"/>
        </a:p>
      </dsp:txBody>
      <dsp:txXfrm>
        <a:off x="0" y="3814894"/>
        <a:ext cx="9906000" cy="631565"/>
      </dsp:txXfrm>
    </dsp:sp>
    <dsp:sp modelId="{F425E236-107E-4235-B8D9-E1B1A1ABA824}">
      <dsp:nvSpPr>
        <dsp:cNvPr id="0" name=""/>
        <dsp:cNvSpPr/>
      </dsp:nvSpPr>
      <dsp:spPr>
        <a:xfrm>
          <a:off x="0" y="4423069"/>
          <a:ext cx="4952999" cy="53800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Apps like EMT Buddy succeed with exam prep but don't address practical training</a:t>
          </a:r>
        </a:p>
      </dsp:txBody>
      <dsp:txXfrm>
        <a:off x="0" y="4423069"/>
        <a:ext cx="4952999" cy="538000"/>
      </dsp:txXfrm>
    </dsp:sp>
    <dsp:sp modelId="{1422C9E4-ADC4-4207-81A7-46BF49EDC432}">
      <dsp:nvSpPr>
        <dsp:cNvPr id="0" name=""/>
        <dsp:cNvSpPr/>
      </dsp:nvSpPr>
      <dsp:spPr>
        <a:xfrm>
          <a:off x="4953000" y="4423069"/>
          <a:ext cx="4952999" cy="538000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250,000+ certified EMTs in US, 50,000+ new certifications annually</a:t>
          </a:r>
        </a:p>
      </dsp:txBody>
      <dsp:txXfrm>
        <a:off x="4953000" y="4423069"/>
        <a:ext cx="4952999" cy="538000"/>
      </dsp:txXfrm>
    </dsp:sp>
    <dsp:sp modelId="{79A7CEB1-545C-478B-8D78-0AA584E4B9A4}">
      <dsp:nvSpPr>
        <dsp:cNvPr id="0" name=""/>
        <dsp:cNvSpPr/>
      </dsp:nvSpPr>
      <dsp:spPr>
        <a:xfrm rot="10800000">
          <a:off x="0" y="1890767"/>
          <a:ext cx="9906000" cy="1941670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Current Issues:</a:t>
          </a:r>
          <a:endParaRPr lang="en-US" sz="2300" kern="1200"/>
        </a:p>
      </dsp:txBody>
      <dsp:txXfrm rot="-10800000">
        <a:off x="0" y="1890767"/>
        <a:ext cx="9906000" cy="681526"/>
      </dsp:txXfrm>
    </dsp:sp>
    <dsp:sp modelId="{17D6E9FB-56EC-4373-B4B3-DBF339D40C13}">
      <dsp:nvSpPr>
        <dsp:cNvPr id="0" name=""/>
        <dsp:cNvSpPr/>
      </dsp:nvSpPr>
      <dsp:spPr>
        <a:xfrm>
          <a:off x="0" y="2593583"/>
          <a:ext cx="2476499" cy="537838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Exam prep apps focus on memorization, not decision-making</a:t>
          </a:r>
        </a:p>
      </dsp:txBody>
      <dsp:txXfrm>
        <a:off x="0" y="2593583"/>
        <a:ext cx="2476499" cy="537838"/>
      </dsp:txXfrm>
    </dsp:sp>
    <dsp:sp modelId="{C2636761-227F-4A55-9075-E526997EE27D}">
      <dsp:nvSpPr>
        <dsp:cNvPr id="0" name=""/>
        <dsp:cNvSpPr/>
      </dsp:nvSpPr>
      <dsp:spPr>
        <a:xfrm>
          <a:off x="2476500" y="2593583"/>
          <a:ext cx="2476499" cy="53783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Limited access to realistic, high-pressure practice scenarios</a:t>
          </a:r>
        </a:p>
      </dsp:txBody>
      <dsp:txXfrm>
        <a:off x="2476500" y="2593583"/>
        <a:ext cx="2476499" cy="537838"/>
      </dsp:txXfrm>
    </dsp:sp>
    <dsp:sp modelId="{A52994DD-8512-4BED-8F52-0B5E435AC30D}">
      <dsp:nvSpPr>
        <dsp:cNvPr id="0" name=""/>
        <dsp:cNvSpPr/>
      </dsp:nvSpPr>
      <dsp:spPr>
        <a:xfrm>
          <a:off x="4953000" y="2593583"/>
          <a:ext cx="2476499" cy="537838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 personalized coaching for triage decision-making</a:t>
          </a:r>
        </a:p>
      </dsp:txBody>
      <dsp:txXfrm>
        <a:off x="4953000" y="2593583"/>
        <a:ext cx="2476499" cy="537838"/>
      </dsp:txXfrm>
    </dsp:sp>
    <dsp:sp modelId="{BC2DE9B2-12DE-4968-B112-4842427781D9}">
      <dsp:nvSpPr>
        <dsp:cNvPr id="0" name=""/>
        <dsp:cNvSpPr/>
      </dsp:nvSpPr>
      <dsp:spPr>
        <a:xfrm>
          <a:off x="7429499" y="2593583"/>
          <a:ext cx="2476499" cy="53783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456" tIns="16510" rIns="92456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Students feel unprepared for real emergency calls</a:t>
          </a:r>
        </a:p>
      </dsp:txBody>
      <dsp:txXfrm>
        <a:off x="7429499" y="2593583"/>
        <a:ext cx="2476499" cy="537838"/>
      </dsp:txXfrm>
    </dsp:sp>
    <dsp:sp modelId="{8259892F-5C0B-4605-9743-901C43ECD3A5}">
      <dsp:nvSpPr>
        <dsp:cNvPr id="0" name=""/>
        <dsp:cNvSpPr/>
      </dsp:nvSpPr>
      <dsp:spPr>
        <a:xfrm rot="10800000">
          <a:off x="0" y="494"/>
          <a:ext cx="9906000" cy="1907817"/>
        </a:xfrm>
        <a:prstGeom prst="upArrowCallou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3576" tIns="163576" rIns="163576" bIns="163576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EMT students face a critical gap between theoretical knowledge and practical application in emergency scenarios.</a:t>
          </a:r>
        </a:p>
      </dsp:txBody>
      <dsp:txXfrm rot="10800000">
        <a:off x="0" y="494"/>
        <a:ext cx="9906000" cy="12396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BCA7A4-4A95-4951-821D-8B4BB3A0E3ED}">
      <dsp:nvSpPr>
        <dsp:cNvPr id="0" name=""/>
        <dsp:cNvSpPr/>
      </dsp:nvSpPr>
      <dsp:spPr>
        <a:xfrm>
          <a:off x="2902" y="46772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Interactive Patient Scenarios</a:t>
          </a:r>
          <a:r>
            <a:rPr lang="en-US" sz="1800" kern="1200"/>
            <a:t> - Realistic cases based on EMT protocols</a:t>
          </a:r>
        </a:p>
      </dsp:txBody>
      <dsp:txXfrm>
        <a:off x="2902" y="467725"/>
        <a:ext cx="2302370" cy="1381422"/>
      </dsp:txXfrm>
    </dsp:sp>
    <dsp:sp modelId="{8D98CB0A-252F-4D8B-8AB5-40DE86C1FC6A}">
      <dsp:nvSpPr>
        <dsp:cNvPr id="0" name=""/>
        <dsp:cNvSpPr/>
      </dsp:nvSpPr>
      <dsp:spPr>
        <a:xfrm>
          <a:off x="2535510" y="46772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244839"/>
                <a:satOff val="-5416"/>
                <a:lumOff val="-1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244839"/>
                <a:satOff val="-5416"/>
                <a:lumOff val="-1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AI Teaching Agent</a:t>
          </a:r>
          <a:r>
            <a:rPr lang="en-US" sz="1800" kern="1200" dirty="0"/>
            <a:t> - Socratic method coaching and guidance</a:t>
          </a:r>
        </a:p>
      </dsp:txBody>
      <dsp:txXfrm>
        <a:off x="2535510" y="467725"/>
        <a:ext cx="2302370" cy="1381422"/>
      </dsp:txXfrm>
    </dsp:sp>
    <dsp:sp modelId="{86ABEFC5-106F-4ECB-BECE-F86A1DE7190A}">
      <dsp:nvSpPr>
        <dsp:cNvPr id="0" name=""/>
        <dsp:cNvSpPr/>
      </dsp:nvSpPr>
      <dsp:spPr>
        <a:xfrm>
          <a:off x="5068118" y="46772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Adaptive Triage Decision Trees</a:t>
          </a:r>
          <a:r>
            <a:rPr lang="en-US" sz="1800" kern="1200"/>
            <a:t> - Multi-path scenarios based on choices</a:t>
          </a:r>
        </a:p>
      </dsp:txBody>
      <dsp:txXfrm>
        <a:off x="5068118" y="467725"/>
        <a:ext cx="2302370" cy="1381422"/>
      </dsp:txXfrm>
    </dsp:sp>
    <dsp:sp modelId="{6106B17E-8090-404D-A93E-D3535512BD41}">
      <dsp:nvSpPr>
        <dsp:cNvPr id="0" name=""/>
        <dsp:cNvSpPr/>
      </dsp:nvSpPr>
      <dsp:spPr>
        <a:xfrm>
          <a:off x="7600725" y="46772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Real-time Performance Coaching</a:t>
          </a:r>
          <a:r>
            <a:rPr lang="en-US" sz="1800" kern="1200"/>
            <a:t> - Immediate, personalized feedback</a:t>
          </a:r>
        </a:p>
      </dsp:txBody>
      <dsp:txXfrm>
        <a:off x="7600725" y="467725"/>
        <a:ext cx="2302370" cy="1381422"/>
      </dsp:txXfrm>
    </dsp:sp>
    <dsp:sp modelId="{727C8BA6-C2C8-4EA7-B83C-EB5570BB7F0C}">
      <dsp:nvSpPr>
        <dsp:cNvPr id="0" name=""/>
        <dsp:cNvSpPr/>
      </dsp:nvSpPr>
      <dsp:spPr>
        <a:xfrm>
          <a:off x="1269206" y="207938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Learning Analytics</a:t>
          </a:r>
          <a:r>
            <a:rPr lang="en-US" sz="1800" kern="1200"/>
            <a:t> - Detailed progress tracking over time</a:t>
          </a:r>
        </a:p>
      </dsp:txBody>
      <dsp:txXfrm>
        <a:off x="1269206" y="2079385"/>
        <a:ext cx="2302370" cy="1381422"/>
      </dsp:txXfrm>
    </dsp:sp>
    <dsp:sp modelId="{0871E021-49B4-436C-905C-D3B349840298}">
      <dsp:nvSpPr>
        <dsp:cNvPr id="0" name=""/>
        <dsp:cNvSpPr/>
      </dsp:nvSpPr>
      <dsp:spPr>
        <a:xfrm>
          <a:off x="3801814" y="207938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1224192"/>
                <a:satOff val="-27079"/>
                <a:lumOff val="-539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224192"/>
                <a:satOff val="-27079"/>
                <a:lumOff val="-539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Adaptive Difficulty System</a:t>
          </a:r>
          <a:r>
            <a:rPr lang="en-US" sz="1800" kern="1200"/>
            <a:t> - AI adjusts complexity to skill level</a:t>
          </a:r>
        </a:p>
      </dsp:txBody>
      <dsp:txXfrm>
        <a:off x="3801814" y="2079385"/>
        <a:ext cx="2302370" cy="1381422"/>
      </dsp:txXfrm>
    </dsp:sp>
    <dsp:sp modelId="{227F10E4-A480-45D8-8943-A0644F7E6EDA}">
      <dsp:nvSpPr>
        <dsp:cNvPr id="0" name=""/>
        <dsp:cNvSpPr/>
      </dsp:nvSpPr>
      <dsp:spPr>
        <a:xfrm>
          <a:off x="6334422" y="2079385"/>
          <a:ext cx="2302370" cy="1381422"/>
        </a:xfrm>
        <a:prstGeom prst="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Instructor Dashboard</a:t>
          </a:r>
          <a:r>
            <a:rPr lang="en-US" sz="1800" kern="1200"/>
            <a:t> - Classroom management and   progress monitoring</a:t>
          </a:r>
        </a:p>
      </dsp:txBody>
      <dsp:txXfrm>
        <a:off x="6334422" y="2079385"/>
        <a:ext cx="2302370" cy="13814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25B7F-D4A4-4209-B860-DDA7D78DFB74}">
      <dsp:nvSpPr>
        <dsp:cNvPr id="0" name=""/>
        <dsp:cNvSpPr/>
      </dsp:nvSpPr>
      <dsp:spPr>
        <a:xfrm>
          <a:off x="0" y="2"/>
          <a:ext cx="3095624" cy="358484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Learning Effectiveness: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20%+ improvement in scenario completion scores within the first month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Reduced time-to-correct-decision in similar scenarios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Student-reported confidence increases in emergency situations</a:t>
          </a:r>
        </a:p>
      </dsp:txBody>
      <dsp:txXfrm>
        <a:off x="0" y="2"/>
        <a:ext cx="3095624" cy="3584844"/>
      </dsp:txXfrm>
    </dsp:sp>
    <dsp:sp modelId="{4456C6FA-0A50-4BE5-BE93-650B0EEB2D30}">
      <dsp:nvSpPr>
        <dsp:cNvPr id="0" name=""/>
        <dsp:cNvSpPr/>
      </dsp:nvSpPr>
      <dsp:spPr>
        <a:xfrm>
          <a:off x="3405187" y="27129"/>
          <a:ext cx="3095624" cy="353059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User Engagement: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Average session duration &gt;15 minutes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60%+ monthly retention rate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Net Promoter Score &gt;50</a:t>
          </a:r>
        </a:p>
      </dsp:txBody>
      <dsp:txXfrm>
        <a:off x="3405187" y="27129"/>
        <a:ext cx="3095624" cy="3530590"/>
      </dsp:txXfrm>
    </dsp:sp>
    <dsp:sp modelId="{AB5DB921-7B28-456B-8120-E824257F929B}">
      <dsp:nvSpPr>
        <dsp:cNvPr id="0" name=""/>
        <dsp:cNvSpPr/>
      </dsp:nvSpPr>
      <dsp:spPr>
        <a:xfrm>
          <a:off x="6810374" y="2"/>
          <a:ext cx="3095624" cy="358484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Technical Performance: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&lt;3 seconds AI response time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99.5% system uptime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4.0/5.0 user satisfaction with AI feedback</a:t>
          </a:r>
        </a:p>
      </dsp:txBody>
      <dsp:txXfrm>
        <a:off x="6810374" y="2"/>
        <a:ext cx="3095624" cy="3584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98EA70-FB27-45D0-A9E8-8B6CD0A3127A}">
      <dsp:nvSpPr>
        <dsp:cNvPr id="0" name=""/>
        <dsp:cNvSpPr/>
      </dsp:nvSpPr>
      <dsp:spPr>
        <a:xfrm>
          <a:off x="0" y="263971"/>
          <a:ext cx="669274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381F69-9E0A-4331-9E17-5BF73D01D8D1}">
      <dsp:nvSpPr>
        <dsp:cNvPr id="0" name=""/>
        <dsp:cNvSpPr/>
      </dsp:nvSpPr>
      <dsp:spPr>
        <a:xfrm>
          <a:off x="334637" y="57331"/>
          <a:ext cx="4684923" cy="413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8 Pre-trained Models Evaluated</a:t>
          </a:r>
          <a:endParaRPr lang="en-US" sz="1400" kern="1200" dirty="0"/>
        </a:p>
      </dsp:txBody>
      <dsp:txXfrm>
        <a:off x="354812" y="77506"/>
        <a:ext cx="4644573" cy="372930"/>
      </dsp:txXfrm>
    </dsp:sp>
    <dsp:sp modelId="{F22B3DCA-65B6-48DE-A21D-134225732D94}">
      <dsp:nvSpPr>
        <dsp:cNvPr id="0" name=""/>
        <dsp:cNvSpPr/>
      </dsp:nvSpPr>
      <dsp:spPr>
        <a:xfrm>
          <a:off x="0" y="899011"/>
          <a:ext cx="6692748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1102852"/>
              <a:satOff val="-5923"/>
              <a:lumOff val="202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291592" rIns="51943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BioBERT</a:t>
          </a:r>
          <a:r>
            <a:rPr lang="en-US" sz="1400" kern="1200"/>
            <a:t> - Medical text understanding (Hugging Face)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DialoGPT</a:t>
          </a:r>
          <a:r>
            <a:rPr lang="en-US" sz="1400" kern="1200"/>
            <a:t> - Conversational AI (Hugging Face)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Sentence Transformers</a:t>
          </a:r>
          <a:r>
            <a:rPr lang="en-US" sz="1400" kern="1200"/>
            <a:t> - Response assessment (Hugging Face)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OpenAI GPT-4</a:t>
          </a:r>
          <a:r>
            <a:rPr lang="en-US" sz="1400" kern="1200"/>
            <a:t> - Fallback system (OpenAI API)</a:t>
          </a:r>
        </a:p>
      </dsp:txBody>
      <dsp:txXfrm>
        <a:off x="0" y="899011"/>
        <a:ext cx="6692748" cy="1190700"/>
      </dsp:txXfrm>
    </dsp:sp>
    <dsp:sp modelId="{BB0F9970-F07C-4B8B-96F9-E928718F9325}">
      <dsp:nvSpPr>
        <dsp:cNvPr id="0" name=""/>
        <dsp:cNvSpPr/>
      </dsp:nvSpPr>
      <dsp:spPr>
        <a:xfrm>
          <a:off x="334637" y="692371"/>
          <a:ext cx="4684923" cy="413280"/>
        </a:xfrm>
        <a:prstGeom prst="roundRect">
          <a:avLst/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Our Selected 4:</a:t>
          </a:r>
          <a:endParaRPr lang="en-US" sz="1400" kern="1200"/>
        </a:p>
      </dsp:txBody>
      <dsp:txXfrm>
        <a:off x="354812" y="712546"/>
        <a:ext cx="4644573" cy="372930"/>
      </dsp:txXfrm>
    </dsp:sp>
    <dsp:sp modelId="{E3F1E738-E3A3-4262-A36C-6A1A81A81A68}">
      <dsp:nvSpPr>
        <dsp:cNvPr id="0" name=""/>
        <dsp:cNvSpPr/>
      </dsp:nvSpPr>
      <dsp:spPr>
        <a:xfrm>
          <a:off x="0" y="2371952"/>
          <a:ext cx="6692748" cy="1190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2205704"/>
              <a:satOff val="-11847"/>
              <a:lumOff val="40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9432" tIns="291592" rIns="519432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Azure Cognitive Services Text Analytics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Google Cloud Natural Language AI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Anthropic Claude API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Cohere Generate API</a:t>
          </a:r>
        </a:p>
      </dsp:txBody>
      <dsp:txXfrm>
        <a:off x="0" y="2371952"/>
        <a:ext cx="6692748" cy="1190700"/>
      </dsp:txXfrm>
    </dsp:sp>
    <dsp:sp modelId="{22642883-1CCF-420E-891E-2745B8DA3296}">
      <dsp:nvSpPr>
        <dsp:cNvPr id="0" name=""/>
        <dsp:cNvSpPr/>
      </dsp:nvSpPr>
      <dsp:spPr>
        <a:xfrm>
          <a:off x="334637" y="2165312"/>
          <a:ext cx="4684923" cy="413280"/>
        </a:xfrm>
        <a:prstGeom prst="roundRect">
          <a:avLst/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Alternatives Considered:</a:t>
          </a:r>
          <a:endParaRPr lang="en-US" sz="1400" kern="1200"/>
        </a:p>
      </dsp:txBody>
      <dsp:txXfrm>
        <a:off x="354812" y="2185487"/>
        <a:ext cx="4644573" cy="372930"/>
      </dsp:txXfrm>
    </dsp:sp>
    <dsp:sp modelId="{8C21F68A-BC12-4F11-AFB7-FDB5946B7EF6}">
      <dsp:nvSpPr>
        <dsp:cNvPr id="0" name=""/>
        <dsp:cNvSpPr/>
      </dsp:nvSpPr>
      <dsp:spPr>
        <a:xfrm>
          <a:off x="0" y="3844892"/>
          <a:ext cx="6692748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08557"/>
              <a:satOff val="-17770"/>
              <a:lumOff val="607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C8F0CB-C3E3-41ED-B098-4A272914958E}">
      <dsp:nvSpPr>
        <dsp:cNvPr id="0" name=""/>
        <dsp:cNvSpPr/>
      </dsp:nvSpPr>
      <dsp:spPr>
        <a:xfrm>
          <a:off x="334637" y="3638252"/>
          <a:ext cx="4684923" cy="413280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079" tIns="0" rIns="177079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Selection Criteria:</a:t>
          </a:r>
          <a:r>
            <a:rPr lang="en-US" sz="1400" kern="1200"/>
            <a:t> Educational effectiveness, medical accuracy, cost (student budget), technical feasibility</a:t>
          </a:r>
        </a:p>
      </dsp:txBody>
      <dsp:txXfrm>
        <a:off x="354812" y="3658427"/>
        <a:ext cx="4644573" cy="3729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D07B97-C3AF-4B92-823B-ECC5EAA990A6}">
      <dsp:nvSpPr>
        <dsp:cNvPr id="0" name=""/>
        <dsp:cNvSpPr/>
      </dsp:nvSpPr>
      <dsp:spPr>
        <a:xfrm>
          <a:off x="0" y="0"/>
          <a:ext cx="2103003" cy="370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1. BioBERT</a:t>
          </a:r>
          <a:r>
            <a:rPr lang="en-US" sz="1200" kern="1200"/>
            <a:t> (Medical Text Understanding)</a:t>
          </a:r>
        </a:p>
      </dsp:txBody>
      <dsp:txXfrm>
        <a:off x="0" y="0"/>
        <a:ext cx="2103003" cy="370553"/>
      </dsp:txXfrm>
    </dsp:sp>
    <dsp:sp modelId="{7CEA5593-0A24-4574-8A34-82A24904FCDD}">
      <dsp:nvSpPr>
        <dsp:cNvPr id="0" name=""/>
        <dsp:cNvSpPr/>
      </dsp:nvSpPr>
      <dsp:spPr>
        <a:xfrm>
          <a:off x="0" y="370553"/>
          <a:ext cx="2103003" cy="266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Purpose:</a:t>
          </a:r>
          <a:r>
            <a:rPr lang="en-US" sz="1200" kern="1200" dirty="0"/>
            <a:t> Analyze medical accuracy of student responses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Source:</a:t>
          </a:r>
          <a:r>
            <a:rPr lang="en-US" sz="1200" kern="1200"/>
            <a:t> Hugging Face Hub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Cost:</a:t>
          </a:r>
          <a:r>
            <a:rPr lang="en-US" sz="1200" kern="1200"/>
            <a:t> FREE (self-hosted)</a:t>
          </a:r>
        </a:p>
      </dsp:txBody>
      <dsp:txXfrm>
        <a:off x="0" y="370553"/>
        <a:ext cx="2103003" cy="2662626"/>
      </dsp:txXfrm>
    </dsp:sp>
    <dsp:sp modelId="{0B4042FB-3AE0-4049-858E-BCA7B4725311}">
      <dsp:nvSpPr>
        <dsp:cNvPr id="0" name=""/>
        <dsp:cNvSpPr/>
      </dsp:nvSpPr>
      <dsp:spPr>
        <a:xfrm>
          <a:off x="2313304" y="0"/>
          <a:ext cx="2103003" cy="370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2. DialoGPT</a:t>
          </a:r>
          <a:r>
            <a:rPr lang="en-US" sz="1200" kern="1200"/>
            <a:t> (Conversational AI)</a:t>
          </a:r>
        </a:p>
      </dsp:txBody>
      <dsp:txXfrm>
        <a:off x="2313304" y="0"/>
        <a:ext cx="2103003" cy="370553"/>
      </dsp:txXfrm>
    </dsp:sp>
    <dsp:sp modelId="{8358A7B9-F897-496E-9FF8-744F7B0941C8}">
      <dsp:nvSpPr>
        <dsp:cNvPr id="0" name=""/>
        <dsp:cNvSpPr/>
      </dsp:nvSpPr>
      <dsp:spPr>
        <a:xfrm>
          <a:off x="2313304" y="370553"/>
          <a:ext cx="2103003" cy="266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Purpose:</a:t>
          </a:r>
          <a:r>
            <a:rPr lang="en-US" sz="1200" kern="1200"/>
            <a:t> Generate Socratic teaching responses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Source:</a:t>
          </a:r>
          <a:r>
            <a:rPr lang="en-US" sz="1200" kern="1200"/>
            <a:t> Hugging Face Hub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Cost:</a:t>
          </a:r>
          <a:r>
            <a:rPr lang="en-US" sz="1200" kern="1200"/>
            <a:t> FREE (self-hosted)</a:t>
          </a:r>
        </a:p>
      </dsp:txBody>
      <dsp:txXfrm>
        <a:off x="2313304" y="370553"/>
        <a:ext cx="2103003" cy="2662626"/>
      </dsp:txXfrm>
    </dsp:sp>
    <dsp:sp modelId="{5B6CA08F-0D63-4743-BABD-997D016FCE4D}">
      <dsp:nvSpPr>
        <dsp:cNvPr id="0" name=""/>
        <dsp:cNvSpPr/>
      </dsp:nvSpPr>
      <dsp:spPr>
        <a:xfrm>
          <a:off x="4626608" y="0"/>
          <a:ext cx="2103003" cy="370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3. Sentence Transformers</a:t>
          </a:r>
          <a:r>
            <a:rPr lang="en-US" sz="1200" kern="1200"/>
            <a:t> (Response Assessment)</a:t>
          </a:r>
        </a:p>
      </dsp:txBody>
      <dsp:txXfrm>
        <a:off x="4626608" y="0"/>
        <a:ext cx="2103003" cy="370553"/>
      </dsp:txXfrm>
    </dsp:sp>
    <dsp:sp modelId="{ACFCD1D6-9526-40B2-9B72-36DC6FD402DF}">
      <dsp:nvSpPr>
        <dsp:cNvPr id="0" name=""/>
        <dsp:cNvSpPr/>
      </dsp:nvSpPr>
      <dsp:spPr>
        <a:xfrm>
          <a:off x="4626608" y="370553"/>
          <a:ext cx="2103003" cy="266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Purpose:</a:t>
          </a:r>
          <a:r>
            <a:rPr lang="en-US" sz="1200" kern="1200"/>
            <a:t> Evaluate student answer quality vs. ideal responses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Source:</a:t>
          </a:r>
          <a:r>
            <a:rPr lang="en-US" sz="1200" kern="1200"/>
            <a:t> Hugging Face Hub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Cost:</a:t>
          </a:r>
          <a:r>
            <a:rPr lang="en-US" sz="1200" kern="1200"/>
            <a:t> FREE (self-hosted)</a:t>
          </a:r>
        </a:p>
      </dsp:txBody>
      <dsp:txXfrm>
        <a:off x="4626608" y="370553"/>
        <a:ext cx="2103003" cy="2662626"/>
      </dsp:txXfrm>
    </dsp:sp>
    <dsp:sp modelId="{C7971E3B-0EE4-4ABD-8233-9EE785383DCD}">
      <dsp:nvSpPr>
        <dsp:cNvPr id="0" name=""/>
        <dsp:cNvSpPr/>
      </dsp:nvSpPr>
      <dsp:spPr>
        <a:xfrm>
          <a:off x="6939912" y="0"/>
          <a:ext cx="2103003" cy="3705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200" b="1" kern="1200"/>
            <a:t>4. OpenAI GPT-4</a:t>
          </a:r>
          <a:r>
            <a:rPr lang="en-US" sz="1200" kern="1200"/>
            <a:t> (Fallback System)</a:t>
          </a:r>
        </a:p>
      </dsp:txBody>
      <dsp:txXfrm>
        <a:off x="6939912" y="0"/>
        <a:ext cx="2103003" cy="370553"/>
      </dsp:txXfrm>
    </dsp:sp>
    <dsp:sp modelId="{21A8503C-B831-48DB-9414-D75F2EF52BC1}">
      <dsp:nvSpPr>
        <dsp:cNvPr id="0" name=""/>
        <dsp:cNvSpPr/>
      </dsp:nvSpPr>
      <dsp:spPr>
        <a:xfrm>
          <a:off x="6939912" y="370553"/>
          <a:ext cx="2103003" cy="26626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5240" rIns="15240" bIns="15240" numCol="1" spcCol="1270" anchor="t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Purpose:</a:t>
          </a:r>
          <a:r>
            <a:rPr lang="en-US" sz="1200" kern="1200"/>
            <a:t> Handle complex scenarios when other models struggle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Source:</a:t>
          </a:r>
          <a:r>
            <a:rPr lang="en-US" sz="1200" kern="1200"/>
            <a:t> OpenAI API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Cost:</a:t>
          </a:r>
          <a:r>
            <a:rPr lang="en-US" sz="1200" kern="1200"/>
            <a:t> $20-50/month (limited usage for development)</a:t>
          </a:r>
        </a:p>
      </dsp:txBody>
      <dsp:txXfrm>
        <a:off x="6939912" y="370553"/>
        <a:ext cx="2103003" cy="26626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83AD5E-A533-4842-A9A2-4089CDB4FD7D}">
      <dsp:nvSpPr>
        <dsp:cNvPr id="0" name=""/>
        <dsp:cNvSpPr/>
      </dsp:nvSpPr>
      <dsp:spPr>
        <a:xfrm>
          <a:off x="1938763" y="537767"/>
          <a:ext cx="4153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5271" y="581258"/>
        <a:ext cx="22295" cy="4459"/>
      </dsp:txXfrm>
    </dsp:sp>
    <dsp:sp modelId="{C3C61271-BFEE-4119-90E0-49010B75E1A4}">
      <dsp:nvSpPr>
        <dsp:cNvPr id="0" name=""/>
        <dsp:cNvSpPr/>
      </dsp:nvSpPr>
      <dsp:spPr>
        <a:xfrm>
          <a:off x="1809" y="1862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4-Model System Design</a:t>
          </a:r>
          <a:endParaRPr lang="en-US" sz="1700" kern="1200"/>
        </a:p>
      </dsp:txBody>
      <dsp:txXfrm>
        <a:off x="1809" y="1862"/>
        <a:ext cx="1938753" cy="1163251"/>
      </dsp:txXfrm>
    </dsp:sp>
    <dsp:sp modelId="{5F9002BF-57A6-44B5-A09F-21EAB4811509}">
      <dsp:nvSpPr>
        <dsp:cNvPr id="0" name=""/>
        <dsp:cNvSpPr/>
      </dsp:nvSpPr>
      <dsp:spPr>
        <a:xfrm>
          <a:off x="4323429" y="537767"/>
          <a:ext cx="4153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19938" y="581258"/>
        <a:ext cx="22295" cy="4459"/>
      </dsp:txXfrm>
    </dsp:sp>
    <dsp:sp modelId="{C289868D-3331-4BF6-8D13-2048264055B4}">
      <dsp:nvSpPr>
        <dsp:cNvPr id="0" name=""/>
        <dsp:cNvSpPr/>
      </dsp:nvSpPr>
      <dsp:spPr>
        <a:xfrm>
          <a:off x="2386476" y="1862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Student Input</a:t>
          </a:r>
        </a:p>
      </dsp:txBody>
      <dsp:txXfrm>
        <a:off x="2386476" y="1862"/>
        <a:ext cx="1938753" cy="1163251"/>
      </dsp:txXfrm>
    </dsp:sp>
    <dsp:sp modelId="{7D909240-0901-4CB2-B348-A531DB0F246F}">
      <dsp:nvSpPr>
        <dsp:cNvPr id="0" name=""/>
        <dsp:cNvSpPr/>
      </dsp:nvSpPr>
      <dsp:spPr>
        <a:xfrm>
          <a:off x="6708095" y="537767"/>
          <a:ext cx="4153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4604" y="581258"/>
        <a:ext cx="22295" cy="4459"/>
      </dsp:txXfrm>
    </dsp:sp>
    <dsp:sp modelId="{8497B3CB-25AB-485A-B523-B965DB94E91B}">
      <dsp:nvSpPr>
        <dsp:cNvPr id="0" name=""/>
        <dsp:cNvSpPr/>
      </dsp:nvSpPr>
      <dsp:spPr>
        <a:xfrm>
          <a:off x="4771142" y="1862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1. BioBERT (Medical Analysis)</a:t>
          </a:r>
        </a:p>
      </dsp:txBody>
      <dsp:txXfrm>
        <a:off x="4771142" y="1862"/>
        <a:ext cx="1938753" cy="1163251"/>
      </dsp:txXfrm>
    </dsp:sp>
    <dsp:sp modelId="{CC126720-4155-435C-A561-7FA6ACA4912A}">
      <dsp:nvSpPr>
        <dsp:cNvPr id="0" name=""/>
        <dsp:cNvSpPr/>
      </dsp:nvSpPr>
      <dsp:spPr>
        <a:xfrm>
          <a:off x="971186" y="1163313"/>
          <a:ext cx="7153998" cy="415313"/>
        </a:xfrm>
        <a:custGeom>
          <a:avLst/>
          <a:gdLst/>
          <a:ahLst/>
          <a:cxnLst/>
          <a:rect l="0" t="0" r="0" b="0"/>
          <a:pathLst>
            <a:path>
              <a:moveTo>
                <a:pt x="7153998" y="0"/>
              </a:moveTo>
              <a:lnTo>
                <a:pt x="7153998" y="224756"/>
              </a:lnTo>
              <a:lnTo>
                <a:pt x="0" y="224756"/>
              </a:lnTo>
              <a:lnTo>
                <a:pt x="0" y="41531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368988" y="1368740"/>
        <a:ext cx="358394" cy="4459"/>
      </dsp:txXfrm>
    </dsp:sp>
    <dsp:sp modelId="{C3A98BBB-2D94-451E-96CA-836518D66E87}">
      <dsp:nvSpPr>
        <dsp:cNvPr id="0" name=""/>
        <dsp:cNvSpPr/>
      </dsp:nvSpPr>
      <dsp:spPr>
        <a:xfrm>
          <a:off x="7155808" y="1862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2. DialoGPT (Generate Teaching Response)  </a:t>
          </a:r>
        </a:p>
      </dsp:txBody>
      <dsp:txXfrm>
        <a:off x="7155808" y="1862"/>
        <a:ext cx="1938753" cy="1163251"/>
      </dsp:txXfrm>
    </dsp:sp>
    <dsp:sp modelId="{654CF8B7-5A62-41B1-8324-123463722482}">
      <dsp:nvSpPr>
        <dsp:cNvPr id="0" name=""/>
        <dsp:cNvSpPr/>
      </dsp:nvSpPr>
      <dsp:spPr>
        <a:xfrm>
          <a:off x="1938763" y="2146933"/>
          <a:ext cx="4153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135271" y="2190423"/>
        <a:ext cx="22295" cy="4459"/>
      </dsp:txXfrm>
    </dsp:sp>
    <dsp:sp modelId="{C5773F85-12A9-4681-96F7-97CB9BCA30C0}">
      <dsp:nvSpPr>
        <dsp:cNvPr id="0" name=""/>
        <dsp:cNvSpPr/>
      </dsp:nvSpPr>
      <dsp:spPr>
        <a:xfrm>
          <a:off x="1809" y="1611027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3. Sentence Transformers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(Quality Assessment)</a:t>
          </a:r>
        </a:p>
      </dsp:txBody>
      <dsp:txXfrm>
        <a:off x="1809" y="1611027"/>
        <a:ext cx="1938753" cy="1163251"/>
      </dsp:txXfrm>
    </dsp:sp>
    <dsp:sp modelId="{E6F80F71-6447-4C7E-80BA-B01E12F94741}">
      <dsp:nvSpPr>
        <dsp:cNvPr id="0" name=""/>
        <dsp:cNvSpPr/>
      </dsp:nvSpPr>
      <dsp:spPr>
        <a:xfrm>
          <a:off x="4323429" y="2146933"/>
          <a:ext cx="4153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519938" y="2190423"/>
        <a:ext cx="22295" cy="4459"/>
      </dsp:txXfrm>
    </dsp:sp>
    <dsp:sp modelId="{46622FE4-D06F-4528-85CA-65E421F2C7C6}">
      <dsp:nvSpPr>
        <dsp:cNvPr id="0" name=""/>
        <dsp:cNvSpPr/>
      </dsp:nvSpPr>
      <dsp:spPr>
        <a:xfrm>
          <a:off x="2386476" y="1611027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4. GPT-4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(Fallback if quality &lt; threshold)</a:t>
          </a:r>
        </a:p>
      </dsp:txBody>
      <dsp:txXfrm>
        <a:off x="2386476" y="1611027"/>
        <a:ext cx="1938753" cy="1163251"/>
      </dsp:txXfrm>
    </dsp:sp>
    <dsp:sp modelId="{071C6ADE-6571-4A23-90F1-FD12588E9ACD}">
      <dsp:nvSpPr>
        <dsp:cNvPr id="0" name=""/>
        <dsp:cNvSpPr/>
      </dsp:nvSpPr>
      <dsp:spPr>
        <a:xfrm>
          <a:off x="4771142" y="1611027"/>
          <a:ext cx="1938753" cy="1163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001" tIns="99720" rIns="95001" bIns="9972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Final Response to Student</a:t>
          </a:r>
        </a:p>
      </dsp:txBody>
      <dsp:txXfrm>
        <a:off x="4771142" y="1611027"/>
        <a:ext cx="1938753" cy="116325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2BC4BF-A857-45C9-8C98-CBF5647B9F40}">
      <dsp:nvSpPr>
        <dsp:cNvPr id="0" name=""/>
        <dsp:cNvSpPr/>
      </dsp:nvSpPr>
      <dsp:spPr>
        <a:xfrm>
          <a:off x="1209" y="352774"/>
          <a:ext cx="4715990" cy="35699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Research Methodology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/>
            <a:t>Target:</a:t>
          </a:r>
          <a:r>
            <a:rPr lang="en-US" sz="2000" kern="1200" dirty="0"/>
            <a:t> 6+ interviews (3 students, 2 new EMTs, 2 firefighters, 1 instructor)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/>
            <a:t>Method:</a:t>
          </a:r>
          <a:r>
            <a:rPr lang="en-US" sz="2000" kern="1200" dirty="0"/>
            <a:t> 30-45 minute structured interviews + surveys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1" kern="1200" dirty="0"/>
            <a:t>Focus Areas:</a:t>
          </a:r>
          <a:r>
            <a:rPr lang="en-US" sz="2000" kern="1200" dirty="0"/>
            <a:t> Current training methods, AI attitudes, feature validation</a:t>
          </a:r>
        </a:p>
      </dsp:txBody>
      <dsp:txXfrm>
        <a:off x="1209" y="352774"/>
        <a:ext cx="4715990" cy="3569929"/>
      </dsp:txXfrm>
    </dsp:sp>
    <dsp:sp modelId="{9889C89F-6BDF-48AF-8DB1-395F7DEBB32A}">
      <dsp:nvSpPr>
        <dsp:cNvPr id="0" name=""/>
        <dsp:cNvSpPr/>
      </dsp:nvSpPr>
      <dsp:spPr>
        <a:xfrm>
          <a:off x="5188799" y="345318"/>
          <a:ext cx="4715990" cy="3584841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Key Research Questions: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How do users currently practice EMT skills?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What makes triage decision-making challenging?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How do they feel about AI in medical training?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What would make them trust AI guidance?</a:t>
          </a:r>
        </a:p>
      </dsp:txBody>
      <dsp:txXfrm>
        <a:off x="5188799" y="345318"/>
        <a:ext cx="4715990" cy="35848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DDE5A-706B-4D7B-9F2B-5C2C59AD87FA}">
      <dsp:nvSpPr>
        <dsp:cNvPr id="0" name=""/>
        <dsp:cNvSpPr/>
      </dsp:nvSpPr>
      <dsp:spPr>
        <a:xfrm>
          <a:off x="1662216" y="0"/>
          <a:ext cx="1510523" cy="1490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3DB3E-FD3E-4195-B0F9-B85FD5A28098}">
      <dsp:nvSpPr>
        <dsp:cNvPr id="0" name=""/>
        <dsp:cNvSpPr/>
      </dsp:nvSpPr>
      <dsp:spPr>
        <a:xfrm>
          <a:off x="259587" y="1672142"/>
          <a:ext cx="4315781" cy="63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Pain Points Identified:</a:t>
          </a:r>
          <a:endParaRPr lang="en-US" sz="3600" kern="1200"/>
        </a:p>
      </dsp:txBody>
      <dsp:txXfrm>
        <a:off x="259587" y="1672142"/>
        <a:ext cx="4315781" cy="638715"/>
      </dsp:txXfrm>
    </dsp:sp>
    <dsp:sp modelId="{F1EB2388-329F-45C9-A7A1-030A7B02BEFB}">
      <dsp:nvSpPr>
        <dsp:cNvPr id="0" name=""/>
        <dsp:cNvSpPr/>
      </dsp:nvSpPr>
      <dsp:spPr>
        <a:xfrm>
          <a:off x="259587" y="2395418"/>
          <a:ext cx="4315781" cy="188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Theory doesn't translate to quick decision-making under pressure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Limited opportunities for diverse scenario practice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Lack of personalized feedback on reasoning process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Anxiety about making wrong choices in real emergencies</a:t>
          </a:r>
        </a:p>
      </dsp:txBody>
      <dsp:txXfrm>
        <a:off x="259587" y="2395418"/>
        <a:ext cx="4315781" cy="1889892"/>
      </dsp:txXfrm>
    </dsp:sp>
    <dsp:sp modelId="{3226DD2E-BDF9-4E01-9B1E-747D5A13275B}">
      <dsp:nvSpPr>
        <dsp:cNvPr id="0" name=""/>
        <dsp:cNvSpPr/>
      </dsp:nvSpPr>
      <dsp:spPr>
        <a:xfrm>
          <a:off x="6733259" y="0"/>
          <a:ext cx="1510523" cy="1490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DE73F4-0CCB-4E21-A1A9-0376A66FB1C2}">
      <dsp:nvSpPr>
        <dsp:cNvPr id="0" name=""/>
        <dsp:cNvSpPr/>
      </dsp:nvSpPr>
      <dsp:spPr>
        <a:xfrm>
          <a:off x="5330630" y="1672142"/>
          <a:ext cx="4315781" cy="638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b="1" kern="1200"/>
            <a:t>AI Attitudes:</a:t>
          </a:r>
          <a:endParaRPr lang="en-US" sz="3600" kern="1200"/>
        </a:p>
      </dsp:txBody>
      <dsp:txXfrm>
        <a:off x="5330630" y="1672142"/>
        <a:ext cx="4315781" cy="638715"/>
      </dsp:txXfrm>
    </dsp:sp>
    <dsp:sp modelId="{81BCAF02-5F2A-44FB-B929-9A4BC19F5BF9}">
      <dsp:nvSpPr>
        <dsp:cNvPr id="0" name=""/>
        <dsp:cNvSpPr/>
      </dsp:nvSpPr>
      <dsp:spPr>
        <a:xfrm>
          <a:off x="5330630" y="2395418"/>
          <a:ext cx="4315781" cy="1889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Positive:</a:t>
          </a:r>
          <a:r>
            <a:rPr lang="en-US" sz="1700" kern="1200"/>
            <a:t> Want 24/7 available coaching and personalized feedback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Concerns:</a:t>
          </a:r>
          <a:r>
            <a:rPr lang="en-US" sz="1700" kern="1200"/>
            <a:t> Medical accuracy, over-dependence on technology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Trust Factors:</a:t>
          </a:r>
          <a:r>
            <a:rPr lang="en-US" sz="1700" kern="1200"/>
            <a:t> Citations to medical protocols, transparent reasoning</a:t>
          </a:r>
        </a:p>
      </dsp:txBody>
      <dsp:txXfrm>
        <a:off x="5330630" y="2395418"/>
        <a:ext cx="4315781" cy="18898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24/3/layout/hArchList1">
  <dgm:title val="Horizontal Text Blocks"/>
  <dgm:desc val="Short bits of text with formatted headers. Use as an easier-to-read alternative to a bulleted list."/>
  <dgm:catLst>
    <dgm:cat type="list" pri="100"/>
    <dgm:cat type="timeline" pri="500"/>
    <dgm:cat type="process" pri="6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vertAlign" val="t"/>
          <dgm:param type="horzAlign" val="l"/>
        </dgm:alg>
      </dgm:if>
      <dgm:else name="Name3">
        <dgm:alg type="lin">
          <dgm:param type="vertAlign" val="t"/>
          <dgm:param type="horzAlign" val="r"/>
        </dgm:alg>
      </dgm:else>
    </dgm:choose>
    <dgm:presOf/>
    <dgm:constrLst>
      <dgm:constr type="primFontSz" for="des" forName="pictRect" op="equ" val="18"/>
      <dgm:constr type="primFontSz" for="des" forName="textRect" refType="primFontSz" refFor="des" refForName="pictRect" op="equ" fact="0.77"/>
      <dgm:constr type="w" for="ch" forName="compNode" refType="w"/>
      <dgm:constr type="h" for="ch" forName="compNode" refType="h"/>
      <dgm:constr type="h" for="des" forName="pictRect" op="equ"/>
      <dgm:constr type="h" for="des" forName="pictRect" refType="primFontSz" refFor="des" refForName="pictRect" fact="3"/>
      <dgm:constr type="w" for="ch" ptType="sibTrans" refType="w" refFor="ch" refForName="compNode" op="equ" fact="0.1"/>
      <dgm:constr type="sp" refType="w" refFor="ch" refForName="compNode" op="equ" fact="0.1"/>
    </dgm:constrLst>
    <dgm:ruleLst/>
    <dgm:forEach name="Name4" axis="ch" ptType="node" cnt="20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h" for="ch" forName="pictRect" refType="h" fact="0.1"/>
          <dgm:constr type="l" for="ch" forName="pictRect"/>
          <dgm:constr type="t" for="ch" forName="pictRect"/>
          <dgm:constr type="l" for="ch" forName="textRect"/>
          <dgm:constr type="t" for="ch" forName="textRect" refType="b" refFor="ch" refForName="pictRect"/>
        </dgm:constrLst>
        <dgm:ruleLst/>
        <dgm:layoutNode name="pictRect" styleLbl="revTx">
          <dgm:varLst>
            <dgm:chMax val="0"/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hoose name="choosePictRectConstraints">
            <dgm:if name="ifPictRectConstraints" func="var" arg="dir" op="equ" val="norm">
              <dgm:constrLst>
                <dgm:constr type="h" refType="w" op="lte" fact="0.4"/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Pic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h" val="INF" fact="NaN" max="NaN"/>
            <dgm:rule type="primFontSz" val="5" fact="NaN" max="NaN"/>
          </dgm:ruleLst>
        </dgm:layoutNode>
        <dgm:layoutNode name="textRect" styleLbl="revTx">
          <dgm:varLst>
            <dgm:bulletEnabled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hoose name="chooseTextRectConstraints">
            <dgm:if name="ifTextRectConstraints" func="var" arg="dir" op="equ" val="norm">
              <dgm:constrLst>
                <dgm:constr type="lMarg" val="10.8"/>
                <dgm:constr type="rMarg" refType="primFontSz" fact="0.1"/>
                <dgm:constr type="tMarg" refType="primFontSz" fact="0.1"/>
                <dgm:constr type="bMarg" refType="primFontSz" fact="0.1"/>
              </dgm:constrLst>
            </dgm:if>
            <dgm:else name="elseTextRectConstraints">
              <dgm:constrLst>
                <dgm:constr type="lMarg" refType="primFontSz" fact="0.1"/>
                <dgm:constr type="rMarg" val="10.8"/>
                <dgm:constr type="tMarg" refType="primFontSz" fact="0.1"/>
                <dgm:constr type="bMarg" refType="primFontSz" fact="0.1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A75990-A4A1-4DDE-AA8D-73E60A452DD0}" type="datetimeFigureOut">
              <a:rPr lang="en-US" smtClean="0"/>
              <a:t>9/7/2025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D8D-B1D9-4658-A4F0-38CA8D83ED5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8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you all for attending this presentation. Your engagement and interest are crucial to the success of our AI-enhanced EMT triage training application. We welcome your questions and feedback to continue improving the learning experience and practical readiness of EMT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5CD8D-B1D9-4658-A4F0-38CA8D83ED5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460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08C238F-B856-42A4-BC32-194DCC130D5F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2C1CB5-A088-4DB4-8A5C-B084F9B2B528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C1328-ADC8-435B-8F5C-D339CD9DD487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56410-64C5-4311-8359-FDA6B61ABBAE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B01E-6E1B-4AFC-A690-27C447C9486E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2F3D2-503A-4E49-99AD-125A054E178F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66207-223C-48E4-AE22-548ABC801447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41151-B38C-4230-91F0-8A3BB69A056C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6EA29-EE45-46F5-8084-6929433FA14E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72680-3826-48D8-A0B9-F293E3A564DD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0F02A-B435-4587-AE10-6A02865845FD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F27A1-9C29-4918-BA16-87149545F673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EE601-4D27-49FF-B099-2799466F7EDA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2469-603F-4B0F-8F23-6B2B143D5424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781E0-05FC-475E-A14D-85EF9B55E67B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8D02C8-8352-4A2E-A3CD-139A8583C932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80581-4B77-41E9-BE55-C3C9C3900A2A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7B94D-50C4-4558-AAA1-857DDB1A21EF}" type="datetime1">
              <a:rPr lang="en-US" smtClean="0"/>
              <a:t>9/7/2025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AD579530-1077-46B3-BD5C-81BB270A1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78" name="Rectangle 77">
              <a:extLst>
                <a:ext uri="{FF2B5EF4-FFF2-40B4-BE49-F238E27FC236}">
                  <a16:creationId xmlns:a16="http://schemas.microsoft.com/office/drawing/2014/main" id="{ACBB106A-B366-4349-B59F-E8FBDADD8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9" name="Picture 2">
              <a:extLst>
                <a:ext uri="{FF2B5EF4-FFF2-40B4-BE49-F238E27FC236}">
                  <a16:creationId xmlns:a16="http://schemas.microsoft.com/office/drawing/2014/main" id="{113FC03B-24E4-4A3F-9626-CC7F6356B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Picture 4" descr="close up of circuit board">
            <a:extLst>
              <a:ext uri="{FF2B5EF4-FFF2-40B4-BE49-F238E27FC236}">
                <a16:creationId xmlns:a16="http://schemas.microsoft.com/office/drawing/2014/main" id="{525AE681-57C0-4C44-9E88-A16CDA016EB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30000"/>
          </a:blip>
          <a:srcRect t="6504" b="9202"/>
          <a:stretch/>
        </p:blipFill>
        <p:spPr>
          <a:xfrm>
            <a:off x="43874" y="10351"/>
            <a:ext cx="12188389" cy="6857990"/>
          </a:xfrm>
          <a:prstGeom prst="rect">
            <a:avLst/>
          </a:prstGeom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83F79A5F-63B5-4802-B39B-BF0F89DDD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82" name="Round Diagonal Corner Rectangle 7">
              <a:extLst>
                <a:ext uri="{FF2B5EF4-FFF2-40B4-BE49-F238E27FC236}">
                  <a16:creationId xmlns:a16="http://schemas.microsoft.com/office/drawing/2014/main" id="{00D14BF7-A799-4EDA-8C19-CED0B8EC5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AF292344-73C8-4E53-85C0-8CDB23EB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84" name="Freeform 32">
                <a:extLst>
                  <a:ext uri="{FF2B5EF4-FFF2-40B4-BE49-F238E27FC236}">
                    <a16:creationId xmlns:a16="http://schemas.microsoft.com/office/drawing/2014/main" id="{4781E776-A0A7-4FB6-958B-8389BBA569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33">
                <a:extLst>
                  <a:ext uri="{FF2B5EF4-FFF2-40B4-BE49-F238E27FC236}">
                    <a16:creationId xmlns:a16="http://schemas.microsoft.com/office/drawing/2014/main" id="{0F004D56-F177-45BC-8965-B72DB88A0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34">
                <a:extLst>
                  <a:ext uri="{FF2B5EF4-FFF2-40B4-BE49-F238E27FC236}">
                    <a16:creationId xmlns:a16="http://schemas.microsoft.com/office/drawing/2014/main" id="{5F2F1F83-817B-4678-B0AE-8FFDC49FC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Freeform 37">
                <a:extLst>
                  <a:ext uri="{FF2B5EF4-FFF2-40B4-BE49-F238E27FC236}">
                    <a16:creationId xmlns:a16="http://schemas.microsoft.com/office/drawing/2014/main" id="{F908EB47-32F4-4E82-BF56-FD25BB0747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Freeform 35">
                <a:extLst>
                  <a:ext uri="{FF2B5EF4-FFF2-40B4-BE49-F238E27FC236}">
                    <a16:creationId xmlns:a16="http://schemas.microsoft.com/office/drawing/2014/main" id="{0966000D-B975-4E8A-9BF2-EACF21640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36">
                <a:extLst>
                  <a:ext uri="{FF2B5EF4-FFF2-40B4-BE49-F238E27FC236}">
                    <a16:creationId xmlns:a16="http://schemas.microsoft.com/office/drawing/2014/main" id="{A9554499-6796-4AEE-B012-34A5B9A585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38">
                <a:extLst>
                  <a:ext uri="{FF2B5EF4-FFF2-40B4-BE49-F238E27FC236}">
                    <a16:creationId xmlns:a16="http://schemas.microsoft.com/office/drawing/2014/main" id="{9DD40864-34BD-491F-B591-180E7B32C1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39">
                <a:extLst>
                  <a:ext uri="{FF2B5EF4-FFF2-40B4-BE49-F238E27FC236}">
                    <a16:creationId xmlns:a16="http://schemas.microsoft.com/office/drawing/2014/main" id="{2623F54C-4373-4D30-90DB-3129BDDF5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40">
                <a:extLst>
                  <a:ext uri="{FF2B5EF4-FFF2-40B4-BE49-F238E27FC236}">
                    <a16:creationId xmlns:a16="http://schemas.microsoft.com/office/drawing/2014/main" id="{1FF42884-D4B2-462F-9FA7-4FA892532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Rectangle 41">
                <a:extLst>
                  <a:ext uri="{FF2B5EF4-FFF2-40B4-BE49-F238E27FC236}">
                    <a16:creationId xmlns:a16="http://schemas.microsoft.com/office/drawing/2014/main" id="{27F4D4BA-37F5-4D54-BDFF-733F621D5D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32">
                <a:extLst>
                  <a:ext uri="{FF2B5EF4-FFF2-40B4-BE49-F238E27FC236}">
                    <a16:creationId xmlns:a16="http://schemas.microsoft.com/office/drawing/2014/main" id="{29E4A0E5-0441-4563-A947-12A5781105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33">
                <a:extLst>
                  <a:ext uri="{FF2B5EF4-FFF2-40B4-BE49-F238E27FC236}">
                    <a16:creationId xmlns:a16="http://schemas.microsoft.com/office/drawing/2014/main" id="{4A8D89B4-AD1B-410A-870B-1042E075A0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34">
                <a:extLst>
                  <a:ext uri="{FF2B5EF4-FFF2-40B4-BE49-F238E27FC236}">
                    <a16:creationId xmlns:a16="http://schemas.microsoft.com/office/drawing/2014/main" id="{DFC54570-9F45-44E6-AC94-4B3192D44B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37">
                <a:extLst>
                  <a:ext uri="{FF2B5EF4-FFF2-40B4-BE49-F238E27FC236}">
                    <a16:creationId xmlns:a16="http://schemas.microsoft.com/office/drawing/2014/main" id="{A976F76C-4BBB-4CD4-9270-5E4E8802BF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35">
                <a:extLst>
                  <a:ext uri="{FF2B5EF4-FFF2-40B4-BE49-F238E27FC236}">
                    <a16:creationId xmlns:a16="http://schemas.microsoft.com/office/drawing/2014/main" id="{06081E5F-35E2-4E9E-A0DA-9E2F769C4C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36">
                <a:extLst>
                  <a:ext uri="{FF2B5EF4-FFF2-40B4-BE49-F238E27FC236}">
                    <a16:creationId xmlns:a16="http://schemas.microsoft.com/office/drawing/2014/main" id="{7B7B4F78-1391-433D-AAE5-0FA8B8EE18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38">
                <a:extLst>
                  <a:ext uri="{FF2B5EF4-FFF2-40B4-BE49-F238E27FC236}">
                    <a16:creationId xmlns:a16="http://schemas.microsoft.com/office/drawing/2014/main" id="{EF63F42B-29ED-4285-99D1-5FA657DA92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39">
                <a:extLst>
                  <a:ext uri="{FF2B5EF4-FFF2-40B4-BE49-F238E27FC236}">
                    <a16:creationId xmlns:a16="http://schemas.microsoft.com/office/drawing/2014/main" id="{EB7A6053-A7CF-4785-B396-6F70D6EBE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40">
                <a:extLst>
                  <a:ext uri="{FF2B5EF4-FFF2-40B4-BE49-F238E27FC236}">
                    <a16:creationId xmlns:a16="http://schemas.microsoft.com/office/drawing/2014/main" id="{E6337518-A10D-47A5-BD86-6D1F3FAF3C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Rectangle 41">
                <a:extLst>
                  <a:ext uri="{FF2B5EF4-FFF2-40B4-BE49-F238E27FC236}">
                    <a16:creationId xmlns:a16="http://schemas.microsoft.com/office/drawing/2014/main" id="{7591C37F-6498-4992-992D-D413A84752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476017-D224-40AE-B921-6752545015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9069" y="2201441"/>
            <a:ext cx="6858000" cy="1367896"/>
          </a:xfrm>
        </p:spPr>
        <p:txBody>
          <a:bodyPr>
            <a:noAutofit/>
          </a:bodyPr>
          <a:lstStyle/>
          <a:p>
            <a:pPr algn="ctr"/>
            <a:r>
              <a:rPr lang="en-US" sz="2800" cap="none" dirty="0">
                <a:latin typeface="Amasis MT Pro" panose="020F0502020204030204" pitchFamily="18" charset="0"/>
              </a:rPr>
              <a:t>AI-Enhanced</a:t>
            </a:r>
            <a:br>
              <a:rPr lang="en-US" sz="2800" dirty="0">
                <a:latin typeface="Amasis MT Pro" panose="020F0502020204030204" pitchFamily="18" charset="0"/>
              </a:rPr>
            </a:br>
            <a:r>
              <a:rPr lang="en-US" sz="2800" dirty="0">
                <a:latin typeface="Amasis MT Pro" panose="020F0502020204030204" pitchFamily="18" charset="0"/>
              </a:rPr>
              <a:t>EMT </a:t>
            </a:r>
            <a:r>
              <a:rPr lang="en-US" sz="2800" cap="none" dirty="0">
                <a:latin typeface="Amasis MT Pro" panose="020F0502020204030204" pitchFamily="18" charset="0"/>
              </a:rPr>
              <a:t>Triage Training</a:t>
            </a:r>
            <a:br>
              <a:rPr lang="en-US" sz="2800" dirty="0">
                <a:latin typeface="Amasis MT Pro" panose="020F0502020204030204" pitchFamily="18" charset="0"/>
              </a:rPr>
            </a:br>
            <a:r>
              <a:rPr lang="en-US" sz="2800" cap="none" dirty="0">
                <a:latin typeface="Amasis MT Pro" panose="020F0502020204030204" pitchFamily="18" charset="0"/>
              </a:rPr>
              <a:t>Application</a:t>
            </a:r>
            <a:endParaRPr lang="en-US" sz="2800" dirty="0">
              <a:latin typeface="Amasis MT Pro" panose="020F05020202040302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13D4-CBD9-4FC1-AF91-2301A7044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2193" y="3706974"/>
            <a:ext cx="2919941" cy="417514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 err="1"/>
              <a:t>CodeBlue</a:t>
            </a:r>
            <a:r>
              <a:rPr lang="en-US" dirty="0"/>
              <a:t> Collective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3F333A-8A24-A8E1-852A-91D541FF6450}"/>
              </a:ext>
            </a:extLst>
          </p:cNvPr>
          <p:cNvSpPr txBox="1"/>
          <p:nvPr/>
        </p:nvSpPr>
        <p:spPr>
          <a:xfrm>
            <a:off x="3998288" y="4128705"/>
            <a:ext cx="5217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Meghan Lawrence, Sophia Worsham, Daniel Hall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BAAEA4-2AE3-D9DB-2366-EE71BCF6EADA}"/>
              </a:ext>
            </a:extLst>
          </p:cNvPr>
          <p:cNvCxnSpPr/>
          <p:nvPr/>
        </p:nvCxnSpPr>
        <p:spPr>
          <a:xfrm flipV="1">
            <a:off x="2590791" y="4150636"/>
            <a:ext cx="6784540" cy="18256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192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CF94-F108-4D92-8C4F-CD9273947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5" y="87576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The Challenge</a:t>
            </a:r>
          </a:p>
        </p:txBody>
      </p:sp>
      <p:graphicFrame>
        <p:nvGraphicFramePr>
          <p:cNvPr id="270" name="Content Placeholder 2">
            <a:extLst>
              <a:ext uri="{FF2B5EF4-FFF2-40B4-BE49-F238E27FC236}">
                <a16:creationId xmlns:a16="http://schemas.microsoft.com/office/drawing/2014/main" id="{34B60D3A-A4BC-088B-0364-60F7BE30F4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886931"/>
              </p:ext>
            </p:extLst>
          </p:nvPr>
        </p:nvGraphicFramePr>
        <p:xfrm>
          <a:off x="1141415" y="1494503"/>
          <a:ext cx="9906000" cy="4984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94849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B40EE-179B-3722-3E27-9C44AA3C2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362879"/>
            <a:ext cx="9905998" cy="1161121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Our Solution</a:t>
            </a:r>
          </a:p>
        </p:txBody>
      </p:sp>
      <p:pic>
        <p:nvPicPr>
          <p:cNvPr id="80" name="Graphic 79" descr="Robot">
            <a:extLst>
              <a:ext uri="{FF2B5EF4-FFF2-40B4-BE49-F238E27FC236}">
                <a16:creationId xmlns:a16="http://schemas.microsoft.com/office/drawing/2014/main" id="{84CC7341-8E9E-3000-4FC0-65B7094B66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1411" y="2277013"/>
            <a:ext cx="3494597" cy="3494597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1022A-7172-98C7-F28B-5A1F1D564099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113237" y="2015688"/>
            <a:ext cx="6012832" cy="3755922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AI-Powered EMT Triage Training Platform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Vision:</a:t>
            </a:r>
            <a:r>
              <a:rPr lang="en-US" sz="1600" dirty="0"/>
              <a:t> Bridge the gap between theoretical knowledge and practical application through intelligent, scenario-based training.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Key Innovation:</a:t>
            </a:r>
            <a:r>
              <a:rPr lang="en-US" sz="1600" dirty="0"/>
              <a:t> AI teaching agent uses the Socratic method - guides students through reasoning rather than providing direct answers.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b="1" dirty="0"/>
              <a:t>Competitive Advantage:</a:t>
            </a:r>
            <a:r>
              <a:rPr lang="en-US" sz="1600" dirty="0"/>
              <a:t> First app focused on practical triage training vs. exam preparation.</a:t>
            </a:r>
          </a:p>
        </p:txBody>
      </p:sp>
    </p:spTree>
    <p:extLst>
      <p:ext uri="{BB962C8B-B14F-4D97-AF65-F5344CB8AC3E}">
        <p14:creationId xmlns:p14="http://schemas.microsoft.com/office/powerpoint/2010/main" val="302269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5" name="Rectangle 164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68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9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87F253-FB66-9180-86F9-4C85D650C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082673"/>
            <a:ext cx="3262057" cy="4708528"/>
          </a:xfrm>
        </p:spPr>
        <p:txBody>
          <a:bodyPr>
            <a:normAutofit/>
          </a:bodyPr>
          <a:lstStyle/>
          <a:p>
            <a:pPr algn="r"/>
            <a:r>
              <a:rPr lang="en-US" sz="4000" dirty="0"/>
              <a:t>Target Users</a:t>
            </a:r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0696F-E5FC-B269-EC91-FD7CBA29F90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5297763" y="403123"/>
            <a:ext cx="5751237" cy="5732206"/>
          </a:xfrm>
        </p:spPr>
        <p:txBody>
          <a:bodyPr anchor="ctr">
            <a:normAutofit/>
          </a:bodyPr>
          <a:lstStyle/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User Group: EMT Students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Ages 18-35, currently in training programs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motivation but anxiety about real-world decisions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Limited time, prefer hands-on learning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Need confidence-building in emergency decision-making</a:t>
            </a:r>
          </a:p>
          <a:p>
            <a:pPr marL="0" marR="0" lvl="0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Secondary Users: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Recently certified EMTs (0-2 years experience)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EMT instructors seeking supplemental tools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Experienced EMTs wanting skill reinforcement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Context: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Mobile learning during commute, study breaks, and dedicated practice sessions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100" dirty="0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99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45997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1" name="Rectangle 1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8CD62-5E0C-0B57-51B3-140342CE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Core Functionality</a:t>
            </a:r>
          </a:p>
        </p:txBody>
      </p:sp>
      <p:graphicFrame>
        <p:nvGraphicFramePr>
          <p:cNvPr id="112" name="Content Placeholder 2">
            <a:extLst>
              <a:ext uri="{FF2B5EF4-FFF2-40B4-BE49-F238E27FC236}">
                <a16:creationId xmlns:a16="http://schemas.microsoft.com/office/drawing/2014/main" id="{41EB165E-D0A7-1BDE-FEB1-162F9AF9C0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9176186"/>
              </p:ext>
            </p:extLst>
          </p:nvPr>
        </p:nvGraphicFramePr>
        <p:xfrm>
          <a:off x="1141411" y="2097088"/>
          <a:ext cx="9905999" cy="3928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926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4736D-028E-BE72-5F47-BAF660FF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AI Integration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0DCB3-1657-5FDC-1BCD-B66E0FD327BC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141411" y="2249487"/>
            <a:ext cx="7631927" cy="3541714"/>
          </a:xfrm>
        </p:spPr>
        <p:txBody>
          <a:bodyPr anchor="t">
            <a:normAutofit/>
          </a:bodyPr>
          <a:lstStyle/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AI Enhances User Experience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Principle: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AI as invisible teaching assistant - enhances learning without drawing attention to itself as "artificial intelligence"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Socratic Teaching Method: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Traditional apps: "Incorrect. Patient with airway obstruction has higher priority."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AI: "I see you're concerned about chest pain. What did you notice about the airway status of other patients?"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US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Students develop a genuine understanding rather than memorizing answers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71308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57D76-B66F-B464-74D0-F318F2B65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Success Metrics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E27F70D8-F140-A895-988F-925D4DE09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9026838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08121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0" name="Rectangle 179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8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9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2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1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2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3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1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1" name="Rectangle 210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3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240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006AA5-18A2-8B46-C7A9-6B125501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 Model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Research</a:t>
            </a:r>
            <a:br>
              <a:rPr lang="en-US">
                <a:solidFill>
                  <a:srgbClr val="FFFFFF"/>
                </a:solidFill>
              </a:rPr>
            </a:br>
            <a:r>
              <a:rPr lang="en-US">
                <a:solidFill>
                  <a:srgbClr val="FFFFFF"/>
                </a:solidFill>
              </a:rPr>
              <a:t>Overview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D3ED4FFD-A188-EF96-3725-4CAC4E508A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9895156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68674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12" name="Group 211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3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4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1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4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0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1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2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3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8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2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3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0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1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2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4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8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9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0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2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3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4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5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8" name="Rectangle 267">
            <a:extLst>
              <a:ext uri="{FF2B5EF4-FFF2-40B4-BE49-F238E27FC236}">
                <a16:creationId xmlns:a16="http://schemas.microsoft.com/office/drawing/2014/main" id="{D706AE2E-B17B-43A3-84F8-9C0FE9466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2003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EFFB8CF-3E94-42D7-849C-841E7744B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71" name="Rectangle 5">
              <a:extLst>
                <a:ext uri="{FF2B5EF4-FFF2-40B4-BE49-F238E27FC236}">
                  <a16:creationId xmlns:a16="http://schemas.microsoft.com/office/drawing/2014/main" id="{C274DE9A-4502-4454-911E-B7FE9ED6D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2" name="Freeform 6">
              <a:extLst>
                <a:ext uri="{FF2B5EF4-FFF2-40B4-BE49-F238E27FC236}">
                  <a16:creationId xmlns:a16="http://schemas.microsoft.com/office/drawing/2014/main" id="{76AFCF59-7BED-416B-ACD9-EA099C9B2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3" name="Freeform 7">
              <a:extLst>
                <a:ext uri="{FF2B5EF4-FFF2-40B4-BE49-F238E27FC236}">
                  <a16:creationId xmlns:a16="http://schemas.microsoft.com/office/drawing/2014/main" id="{8EEECEBC-B149-42E5-8164-EE5456F06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4" name="Rectangle 8">
              <a:extLst>
                <a:ext uri="{FF2B5EF4-FFF2-40B4-BE49-F238E27FC236}">
                  <a16:creationId xmlns:a16="http://schemas.microsoft.com/office/drawing/2014/main" id="{03B49256-D2D8-436B-8F29-0C7E53366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5" name="Freeform 9">
              <a:extLst>
                <a:ext uri="{FF2B5EF4-FFF2-40B4-BE49-F238E27FC236}">
                  <a16:creationId xmlns:a16="http://schemas.microsoft.com/office/drawing/2014/main" id="{4045E56F-B537-408E-B346-B9B15C39A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" name="Freeform 10">
              <a:extLst>
                <a:ext uri="{FF2B5EF4-FFF2-40B4-BE49-F238E27FC236}">
                  <a16:creationId xmlns:a16="http://schemas.microsoft.com/office/drawing/2014/main" id="{904BDB2F-0893-4AD7-A871-C808C9651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" name="Freeform 11">
              <a:extLst>
                <a:ext uri="{FF2B5EF4-FFF2-40B4-BE49-F238E27FC236}">
                  <a16:creationId xmlns:a16="http://schemas.microsoft.com/office/drawing/2014/main" id="{512D8C6F-C154-4928-9891-DDCF50DA6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" name="Freeform 12">
              <a:extLst>
                <a:ext uri="{FF2B5EF4-FFF2-40B4-BE49-F238E27FC236}">
                  <a16:creationId xmlns:a16="http://schemas.microsoft.com/office/drawing/2014/main" id="{7E2BBA63-D694-4AD5-976F-4F1CDB204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" name="Freeform 13">
              <a:extLst>
                <a:ext uri="{FF2B5EF4-FFF2-40B4-BE49-F238E27FC236}">
                  <a16:creationId xmlns:a16="http://schemas.microsoft.com/office/drawing/2014/main" id="{394F9847-4F95-42E8-AE7E-8DD8A0E27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0" name="Freeform 14">
              <a:extLst>
                <a:ext uri="{FF2B5EF4-FFF2-40B4-BE49-F238E27FC236}">
                  <a16:creationId xmlns:a16="http://schemas.microsoft.com/office/drawing/2014/main" id="{48CE4CA3-085D-44AC-996B-9F347B7BC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" name="Freeform 15">
              <a:extLst>
                <a:ext uri="{FF2B5EF4-FFF2-40B4-BE49-F238E27FC236}">
                  <a16:creationId xmlns:a16="http://schemas.microsoft.com/office/drawing/2014/main" id="{0D7459AE-7E00-4707-B574-1D3636BB46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2" name="Freeform 16">
              <a:extLst>
                <a:ext uri="{FF2B5EF4-FFF2-40B4-BE49-F238E27FC236}">
                  <a16:creationId xmlns:a16="http://schemas.microsoft.com/office/drawing/2014/main" id="{EF95E020-0C4A-4BD5-84BE-6DF8B8BCA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3" name="Freeform 17">
              <a:extLst>
                <a:ext uri="{FF2B5EF4-FFF2-40B4-BE49-F238E27FC236}">
                  <a16:creationId xmlns:a16="http://schemas.microsoft.com/office/drawing/2014/main" id="{18CC4862-B9BB-4E63-9630-AA5241E68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4" name="Freeform 18">
              <a:extLst>
                <a:ext uri="{FF2B5EF4-FFF2-40B4-BE49-F238E27FC236}">
                  <a16:creationId xmlns:a16="http://schemas.microsoft.com/office/drawing/2014/main" id="{156A0508-DDAB-4BFB-824D-CA9D3D833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5" name="Freeform 19">
              <a:extLst>
                <a:ext uri="{FF2B5EF4-FFF2-40B4-BE49-F238E27FC236}">
                  <a16:creationId xmlns:a16="http://schemas.microsoft.com/office/drawing/2014/main" id="{E3B0103B-60DE-4385-B84E-53694FB9A2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" name="Freeform 20">
              <a:extLst>
                <a:ext uri="{FF2B5EF4-FFF2-40B4-BE49-F238E27FC236}">
                  <a16:creationId xmlns:a16="http://schemas.microsoft.com/office/drawing/2014/main" id="{C8C1C0D4-C36E-4251-A97F-436AFA3797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7" name="Freeform 21">
              <a:extLst>
                <a:ext uri="{FF2B5EF4-FFF2-40B4-BE49-F238E27FC236}">
                  <a16:creationId xmlns:a16="http://schemas.microsoft.com/office/drawing/2014/main" id="{550D7341-7849-4B72-A2D7-68B7161D43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8" name="Freeform 22">
              <a:extLst>
                <a:ext uri="{FF2B5EF4-FFF2-40B4-BE49-F238E27FC236}">
                  <a16:creationId xmlns:a16="http://schemas.microsoft.com/office/drawing/2014/main" id="{C9E742C7-3FF2-4931-B087-46AAA6C33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9" name="Freeform 23">
              <a:extLst>
                <a:ext uri="{FF2B5EF4-FFF2-40B4-BE49-F238E27FC236}">
                  <a16:creationId xmlns:a16="http://schemas.microsoft.com/office/drawing/2014/main" id="{424AF1DB-9264-4B94-9F0D-EF37F12D47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0" name="Freeform 24">
              <a:extLst>
                <a:ext uri="{FF2B5EF4-FFF2-40B4-BE49-F238E27FC236}">
                  <a16:creationId xmlns:a16="http://schemas.microsoft.com/office/drawing/2014/main" id="{766E43D2-CF93-4468-9B12-FFB234513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1" name="Freeform 25">
              <a:extLst>
                <a:ext uri="{FF2B5EF4-FFF2-40B4-BE49-F238E27FC236}">
                  <a16:creationId xmlns:a16="http://schemas.microsoft.com/office/drawing/2014/main" id="{AC24EC38-E0E5-4A4E-A64D-359DD4A55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2" name="Freeform 26">
              <a:extLst>
                <a:ext uri="{FF2B5EF4-FFF2-40B4-BE49-F238E27FC236}">
                  <a16:creationId xmlns:a16="http://schemas.microsoft.com/office/drawing/2014/main" id="{338D8FE1-6073-44CF-857C-9273A16075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3" name="Freeform 27">
              <a:extLst>
                <a:ext uri="{FF2B5EF4-FFF2-40B4-BE49-F238E27FC236}">
                  <a16:creationId xmlns:a16="http://schemas.microsoft.com/office/drawing/2014/main" id="{39BAF819-1ABF-4754-B2E6-8C023A3B94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4" name="Freeform 28">
              <a:extLst>
                <a:ext uri="{FF2B5EF4-FFF2-40B4-BE49-F238E27FC236}">
                  <a16:creationId xmlns:a16="http://schemas.microsoft.com/office/drawing/2014/main" id="{2B5FE77A-C8CA-4E0E-BA89-53BA982E6A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5" name="Freeform 29">
              <a:extLst>
                <a:ext uri="{FF2B5EF4-FFF2-40B4-BE49-F238E27FC236}">
                  <a16:creationId xmlns:a16="http://schemas.microsoft.com/office/drawing/2014/main" id="{264169FF-BB01-4F56-812A-738BE4AAC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6" name="Freeform 30">
              <a:extLst>
                <a:ext uri="{FF2B5EF4-FFF2-40B4-BE49-F238E27FC236}">
                  <a16:creationId xmlns:a16="http://schemas.microsoft.com/office/drawing/2014/main" id="{831BA8DD-49DA-443B-AD7A-1680CD287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" name="Freeform 31">
              <a:extLst>
                <a:ext uri="{FF2B5EF4-FFF2-40B4-BE49-F238E27FC236}">
                  <a16:creationId xmlns:a16="http://schemas.microsoft.com/office/drawing/2014/main" id="{15B5FD47-B408-4DD0-BA9C-76C3F6814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8" name="Freeform 32">
              <a:extLst>
                <a:ext uri="{FF2B5EF4-FFF2-40B4-BE49-F238E27FC236}">
                  <a16:creationId xmlns:a16="http://schemas.microsoft.com/office/drawing/2014/main" id="{2432FB6B-FBB2-438F-A3BC-0392CA9448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9" name="Rectangle 33">
              <a:extLst>
                <a:ext uri="{FF2B5EF4-FFF2-40B4-BE49-F238E27FC236}">
                  <a16:creationId xmlns:a16="http://schemas.microsoft.com/office/drawing/2014/main" id="{A9E1CA69-4810-4E1D-A227-EA4EF0151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0" name="Freeform 34">
              <a:extLst>
                <a:ext uri="{FF2B5EF4-FFF2-40B4-BE49-F238E27FC236}">
                  <a16:creationId xmlns:a16="http://schemas.microsoft.com/office/drawing/2014/main" id="{978653C5-EFDF-4617-9A6A-E810A9C22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1" name="Freeform 35">
              <a:extLst>
                <a:ext uri="{FF2B5EF4-FFF2-40B4-BE49-F238E27FC236}">
                  <a16:creationId xmlns:a16="http://schemas.microsoft.com/office/drawing/2014/main" id="{F1B9F231-1E6A-4122-81B0-043E2A5F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2" name="Freeform 36">
              <a:extLst>
                <a:ext uri="{FF2B5EF4-FFF2-40B4-BE49-F238E27FC236}">
                  <a16:creationId xmlns:a16="http://schemas.microsoft.com/office/drawing/2014/main" id="{DF2B6BD0-0057-43BC-8681-9FAC9FC53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3" name="Freeform 37">
              <a:extLst>
                <a:ext uri="{FF2B5EF4-FFF2-40B4-BE49-F238E27FC236}">
                  <a16:creationId xmlns:a16="http://schemas.microsoft.com/office/drawing/2014/main" id="{6D7D7117-2276-4EB9-882B-A44A2DB066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4" name="Freeform 38">
              <a:extLst>
                <a:ext uri="{FF2B5EF4-FFF2-40B4-BE49-F238E27FC236}">
                  <a16:creationId xmlns:a16="http://schemas.microsoft.com/office/drawing/2014/main" id="{98AD68EB-6444-4B28-8F06-C0B6111ACF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5" name="Freeform 39">
              <a:extLst>
                <a:ext uri="{FF2B5EF4-FFF2-40B4-BE49-F238E27FC236}">
                  <a16:creationId xmlns:a16="http://schemas.microsoft.com/office/drawing/2014/main" id="{438FA125-C459-48A2-913F-F5D04E160E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6" name="Freeform 40">
              <a:extLst>
                <a:ext uri="{FF2B5EF4-FFF2-40B4-BE49-F238E27FC236}">
                  <a16:creationId xmlns:a16="http://schemas.microsoft.com/office/drawing/2014/main" id="{18E796D1-6480-436F-947D-550CCE516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7" name="Freeform 41">
              <a:extLst>
                <a:ext uri="{FF2B5EF4-FFF2-40B4-BE49-F238E27FC236}">
                  <a16:creationId xmlns:a16="http://schemas.microsoft.com/office/drawing/2014/main" id="{4549B300-4F89-4E35-B5E7-53E3C6A54B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8" name="Freeform 42">
              <a:extLst>
                <a:ext uri="{FF2B5EF4-FFF2-40B4-BE49-F238E27FC236}">
                  <a16:creationId xmlns:a16="http://schemas.microsoft.com/office/drawing/2014/main" id="{D8DA6C40-62DD-4FB3-8D06-5A599E382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9" name="Freeform 43">
              <a:extLst>
                <a:ext uri="{FF2B5EF4-FFF2-40B4-BE49-F238E27FC236}">
                  <a16:creationId xmlns:a16="http://schemas.microsoft.com/office/drawing/2014/main" id="{28EE2B35-9D3D-4925-8DA9-9DF0E40BC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" name="Freeform 44">
              <a:extLst>
                <a:ext uri="{FF2B5EF4-FFF2-40B4-BE49-F238E27FC236}">
                  <a16:creationId xmlns:a16="http://schemas.microsoft.com/office/drawing/2014/main" id="{9DB82611-4043-4758-81EC-223961980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1" name="Rectangle 45">
              <a:extLst>
                <a:ext uri="{FF2B5EF4-FFF2-40B4-BE49-F238E27FC236}">
                  <a16:creationId xmlns:a16="http://schemas.microsoft.com/office/drawing/2014/main" id="{A8210AB3-0776-4F74-9227-5E448D1AFA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2" name="Freeform 46">
              <a:extLst>
                <a:ext uri="{FF2B5EF4-FFF2-40B4-BE49-F238E27FC236}">
                  <a16:creationId xmlns:a16="http://schemas.microsoft.com/office/drawing/2014/main" id="{002C10AB-E300-481E-AFA5-410481B16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3" name="Freeform 47">
              <a:extLst>
                <a:ext uri="{FF2B5EF4-FFF2-40B4-BE49-F238E27FC236}">
                  <a16:creationId xmlns:a16="http://schemas.microsoft.com/office/drawing/2014/main" id="{11F47C5E-0453-4EF5-B969-A8263DC6AF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4" name="Freeform 48">
              <a:extLst>
                <a:ext uri="{FF2B5EF4-FFF2-40B4-BE49-F238E27FC236}">
                  <a16:creationId xmlns:a16="http://schemas.microsoft.com/office/drawing/2014/main" id="{D0CFDC87-55E8-40E1-BD98-4E1EA2C095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5" name="Freeform 49">
              <a:extLst>
                <a:ext uri="{FF2B5EF4-FFF2-40B4-BE49-F238E27FC236}">
                  <a16:creationId xmlns:a16="http://schemas.microsoft.com/office/drawing/2014/main" id="{C1151505-8A7F-41D8-AE03-AD172E38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Freeform 50">
              <a:extLst>
                <a:ext uri="{FF2B5EF4-FFF2-40B4-BE49-F238E27FC236}">
                  <a16:creationId xmlns:a16="http://schemas.microsoft.com/office/drawing/2014/main" id="{918DAD20-1F9F-41A7-B9D0-EE92F9B32D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7" name="Freeform 51">
              <a:extLst>
                <a:ext uri="{FF2B5EF4-FFF2-40B4-BE49-F238E27FC236}">
                  <a16:creationId xmlns:a16="http://schemas.microsoft.com/office/drawing/2014/main" id="{D303B51B-ADCC-43C9-AE4F-0168CFA63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8" name="Freeform 52">
              <a:extLst>
                <a:ext uri="{FF2B5EF4-FFF2-40B4-BE49-F238E27FC236}">
                  <a16:creationId xmlns:a16="http://schemas.microsoft.com/office/drawing/2014/main" id="{5621B409-0B0A-4827-81F9-684C335EE1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9" name="Freeform 53">
              <a:extLst>
                <a:ext uri="{FF2B5EF4-FFF2-40B4-BE49-F238E27FC236}">
                  <a16:creationId xmlns:a16="http://schemas.microsoft.com/office/drawing/2014/main" id="{FCA6910E-A4EC-464B-B285-5F1E40AEF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0" name="Freeform 54">
              <a:extLst>
                <a:ext uri="{FF2B5EF4-FFF2-40B4-BE49-F238E27FC236}">
                  <a16:creationId xmlns:a16="http://schemas.microsoft.com/office/drawing/2014/main" id="{7D0C75DF-4953-4E72-B34A-2F8BD0523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1" name="Freeform 55">
              <a:extLst>
                <a:ext uri="{FF2B5EF4-FFF2-40B4-BE49-F238E27FC236}">
                  <a16:creationId xmlns:a16="http://schemas.microsoft.com/office/drawing/2014/main" id="{998A65EA-C434-41FF-B792-2BDC11501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Freeform 56">
              <a:extLst>
                <a:ext uri="{FF2B5EF4-FFF2-40B4-BE49-F238E27FC236}">
                  <a16:creationId xmlns:a16="http://schemas.microsoft.com/office/drawing/2014/main" id="{3A6D2AE4-7ABD-4946-BE69-5FD3C1A1D6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3" name="Freeform 57">
              <a:extLst>
                <a:ext uri="{FF2B5EF4-FFF2-40B4-BE49-F238E27FC236}">
                  <a16:creationId xmlns:a16="http://schemas.microsoft.com/office/drawing/2014/main" id="{833A81DC-8A3A-4141-A713-A2FE1C572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4" name="Freeform 58">
              <a:extLst>
                <a:ext uri="{FF2B5EF4-FFF2-40B4-BE49-F238E27FC236}">
                  <a16:creationId xmlns:a16="http://schemas.microsoft.com/office/drawing/2014/main" id="{47BB7FFD-57DB-41BD-8D42-9FB58174B1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6" name="Picture 2">
            <a:extLst>
              <a:ext uri="{FF2B5EF4-FFF2-40B4-BE49-F238E27FC236}">
                <a16:creationId xmlns:a16="http://schemas.microsoft.com/office/drawing/2014/main" id="{3631D3C9-4C1D-4B3A-A737-E6E780042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72DFA5-A109-4880-5F91-0B59C3FDE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7397" y="1113282"/>
            <a:ext cx="3489569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AI Model</a:t>
            </a:r>
            <a:br>
              <a:rPr lang="en-US" sz="4400">
                <a:solidFill>
                  <a:srgbClr val="FFFFFF"/>
                </a:solidFill>
              </a:rPr>
            </a:br>
            <a:r>
              <a:rPr lang="en-US" sz="4400">
                <a:solidFill>
                  <a:srgbClr val="FFFFFF"/>
                </a:solidFill>
              </a:rPr>
              <a:t>Comparison Matrix</a:t>
            </a:r>
          </a:p>
        </p:txBody>
      </p:sp>
      <p:sp useBgFill="1">
        <p:nvSpPr>
          <p:cNvPr id="328" name="Round Diagonal Corner Rectangle 6">
            <a:extLst>
              <a:ext uri="{FF2B5EF4-FFF2-40B4-BE49-F238E27FC236}">
                <a16:creationId xmlns:a16="http://schemas.microsoft.com/office/drawing/2014/main" id="{5B986EF0-8540-483D-9DDE-1F168FAAC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49" y="808057"/>
            <a:ext cx="6752461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Content Placeholder 3">
            <a:extLst>
              <a:ext uri="{FF2B5EF4-FFF2-40B4-BE49-F238E27FC236}">
                <a16:creationId xmlns:a16="http://schemas.microsoft.com/office/drawing/2014/main" id="{69D12A67-1721-2E68-AAF6-8514BCB90D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5966639"/>
              </p:ext>
            </p:extLst>
          </p:nvPr>
        </p:nvGraphicFramePr>
        <p:xfrm>
          <a:off x="1118988" y="1348911"/>
          <a:ext cx="6112383" cy="415269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1181572">
                  <a:extLst>
                    <a:ext uri="{9D8B030D-6E8A-4147-A177-3AD203B41FA5}">
                      <a16:colId xmlns:a16="http://schemas.microsoft.com/office/drawing/2014/main" val="2675273454"/>
                    </a:ext>
                  </a:extLst>
                </a:gridCol>
                <a:gridCol w="981543">
                  <a:extLst>
                    <a:ext uri="{9D8B030D-6E8A-4147-A177-3AD203B41FA5}">
                      <a16:colId xmlns:a16="http://schemas.microsoft.com/office/drawing/2014/main" val="1494133038"/>
                    </a:ext>
                  </a:extLst>
                </a:gridCol>
                <a:gridCol w="1322791">
                  <a:extLst>
                    <a:ext uri="{9D8B030D-6E8A-4147-A177-3AD203B41FA5}">
                      <a16:colId xmlns:a16="http://schemas.microsoft.com/office/drawing/2014/main" val="1607870062"/>
                    </a:ext>
                  </a:extLst>
                </a:gridCol>
                <a:gridCol w="1298442">
                  <a:extLst>
                    <a:ext uri="{9D8B030D-6E8A-4147-A177-3AD203B41FA5}">
                      <a16:colId xmlns:a16="http://schemas.microsoft.com/office/drawing/2014/main" val="1866732793"/>
                    </a:ext>
                  </a:extLst>
                </a:gridCol>
                <a:gridCol w="1328035">
                  <a:extLst>
                    <a:ext uri="{9D8B030D-6E8A-4147-A177-3AD203B41FA5}">
                      <a16:colId xmlns:a16="http://schemas.microsoft.com/office/drawing/2014/main" val="2578135794"/>
                    </a:ext>
                  </a:extLst>
                </a:gridCol>
              </a:tblGrid>
              <a:tr h="6349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 cap="none" spc="6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1300" b="0" kern="100" cap="none" spc="6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 cap="none" spc="60">
                          <a:solidFill>
                            <a:schemeClr val="bg1"/>
                          </a:solidFill>
                          <a:effectLst/>
                        </a:rPr>
                        <a:t>Medical Accuracy</a:t>
                      </a:r>
                      <a:endParaRPr lang="en-US" sz="1300" b="0" kern="100" cap="none" spc="6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 cap="none" spc="60">
                          <a:solidFill>
                            <a:schemeClr val="bg1"/>
                          </a:solidFill>
                          <a:effectLst/>
                        </a:rPr>
                        <a:t>Conversation Quality</a:t>
                      </a:r>
                      <a:endParaRPr lang="en-US" sz="1300" b="0" kern="100" cap="none" spc="6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 cap="none" spc="60">
                          <a:solidFill>
                            <a:schemeClr val="bg1"/>
                          </a:solidFill>
                          <a:effectLst/>
                        </a:rPr>
                        <a:t>Cost ($/1K users/month)</a:t>
                      </a:r>
                      <a:endParaRPr lang="en-US" sz="1300" b="0" kern="100" cap="none" spc="6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0" kern="0" cap="none" spc="60">
                          <a:solidFill>
                            <a:schemeClr val="bg1"/>
                          </a:solidFill>
                          <a:effectLst/>
                        </a:rPr>
                        <a:t>Educational Effectiveness</a:t>
                      </a:r>
                      <a:endParaRPr lang="en-US" sz="1300" b="0" kern="100" cap="none" spc="6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695524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BioBERT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4/10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$50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64497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DialoGPT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5/10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8/10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$75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6/10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07298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GPT-4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10/10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$400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949169"/>
                  </a:ext>
                </a:extLst>
              </a:tr>
              <a:tr h="5947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Sentence Transformers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N/A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$25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8/10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497943"/>
                  </a:ext>
                </a:extLst>
              </a:tr>
              <a:tr h="59479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Azure Text Analytics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8/10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6/10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$150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6/10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433499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Google NL AI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$200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957965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Claude API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$300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9/10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940495"/>
                  </a:ext>
                </a:extLst>
              </a:tr>
              <a:tr h="3880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0" cap="none" spc="0">
                          <a:solidFill>
                            <a:schemeClr val="tx1"/>
                          </a:solidFill>
                          <a:effectLst/>
                        </a:rPr>
                        <a:t>Cohere</a:t>
                      </a:r>
                      <a:endParaRPr lang="en-US" sz="12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6/10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7/10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$175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0" cap="none" spc="0">
                          <a:solidFill>
                            <a:schemeClr val="tx1"/>
                          </a:solidFill>
                          <a:effectLst/>
                        </a:rPr>
                        <a:t>6/10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3144" marR="4867" marT="70597" marB="793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900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65864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47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61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AEAC51-D36D-7F6D-4666-14289448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90" y="894813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</a:rPr>
              <a:t>Final AI Model selection</a:t>
            </a: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77" name="Content Placeholder 2">
            <a:extLst>
              <a:ext uri="{FF2B5EF4-FFF2-40B4-BE49-F238E27FC236}">
                <a16:creationId xmlns:a16="http://schemas.microsoft.com/office/drawing/2014/main" id="{2E67C6CC-BE9C-6C94-13EE-C2459C7A4F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844273"/>
              </p:ext>
              <p:ext uri="{E7BDC344-281C-4309-B0C6-D0EE65EED2A8}">
                <p202:designPr xmlns:p202="http://schemas.microsoft.com/office/powerpoint/2020/02/main">
                  <p202:designTagLst>
                    <p202:designTag name="ARCH:1:VSVAR" val="TitledTextBox"/>
                    <p202:designTag name="ARCH:1:CLS" val="InformationBlock"/>
                  </p202:designTagLst>
                </p202:designPr>
              </p:ext>
            </p:extLst>
          </p:nvPr>
        </p:nvGraphicFramePr>
        <p:xfrm>
          <a:off x="1571891" y="2430204"/>
          <a:ext cx="9048218" cy="3033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7A02F7C-5233-328B-C0BD-63E52FECE842}"/>
              </a:ext>
            </a:extLst>
          </p:cNvPr>
          <p:cNvSpPr txBox="1"/>
          <p:nvPr/>
        </p:nvSpPr>
        <p:spPr>
          <a:xfrm>
            <a:off x="4753896" y="1782646"/>
            <a:ext cx="268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4-Model Architecture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5897E8-0AE4-8AFE-45EC-C3A6A6E311AB}"/>
              </a:ext>
            </a:extLst>
          </p:cNvPr>
          <p:cNvSpPr txBox="1"/>
          <p:nvPr/>
        </p:nvSpPr>
        <p:spPr>
          <a:xfrm>
            <a:off x="2916647" y="5374788"/>
            <a:ext cx="6577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Total Development Cost: $0-50/month (Student budget-friendly!)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08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C892AB0-7D6D-4FC9-9105-0CB427161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7353E4-FA19-40CB-8AF8-3A8E6704B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72533" y="0"/>
            <a:ext cx="598488" cy="1981201"/>
            <a:chOff x="194733" y="0"/>
            <a:chExt cx="598488" cy="1981201"/>
          </a:xfrm>
        </p:grpSpPr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697D009D-8E70-460A-BE57-321BB0764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85221" y="0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D0001F35-F282-403E-8D08-0D204D851F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526521" y="1141413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3F8A69A2-2D15-40CD-8C14-A18643ABA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9996" y="1792288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>
              <a:extLst>
                <a:ext uri="{FF2B5EF4-FFF2-40B4-BE49-F238E27FC236}">
                  <a16:creationId xmlns:a16="http://schemas.microsoft.com/office/drawing/2014/main" id="{B665CA2A-9D55-4786-9343-EB46672627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94733" y="0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>
              <a:extLst>
                <a:ext uri="{FF2B5EF4-FFF2-40B4-BE49-F238E27FC236}">
                  <a16:creationId xmlns:a16="http://schemas.microsoft.com/office/drawing/2014/main" id="{CEE9BD85-96DF-4CDF-BC0F-C4E46062B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02721" y="24288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41">
              <a:extLst>
                <a:ext uri="{FF2B5EF4-FFF2-40B4-BE49-F238E27FC236}">
                  <a16:creationId xmlns:a16="http://schemas.microsoft.com/office/drawing/2014/main" id="{6BB6F5E5-6CA3-4B20-86A7-1174D6E71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693208" y="0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328E69E-CE3D-4110-8BF7-AD3C0C10C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85512" y="0"/>
            <a:ext cx="650875" cy="1730375"/>
            <a:chOff x="11347978" y="0"/>
            <a:chExt cx="650875" cy="1730375"/>
          </a:xfrm>
        </p:grpSpPr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30F84C80-9E12-4460-B88F-D03839F0C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67041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2F84C18C-5783-48FF-9DE0-FDA327CF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47978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8C6A855-346C-4589-9AD4-5E15BCBC7A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4678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7">
              <a:extLst>
                <a:ext uri="{FF2B5EF4-FFF2-40B4-BE49-F238E27FC236}">
                  <a16:creationId xmlns:a16="http://schemas.microsoft.com/office/drawing/2014/main" id="{7E64BEE6-1157-421C-A02A-47639E4D9F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94053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64806C9-3599-45A7-BCFF-F762C5427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40267" y="5118101"/>
            <a:ext cx="650875" cy="1730375"/>
            <a:chOff x="118533" y="5118101"/>
            <a:chExt cx="650875" cy="1730375"/>
          </a:xfrm>
        </p:grpSpPr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41D6E755-9558-4CAA-8F56-469D231C35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237596" y="6335713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8FCD41C4-606C-446C-8C81-6353C6442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118533" y="622141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274CFBE4-CEA6-4C81-BB1E-83E189677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385233" y="5118101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7">
              <a:extLst>
                <a:ext uri="{FF2B5EF4-FFF2-40B4-BE49-F238E27FC236}">
                  <a16:creationId xmlns:a16="http://schemas.microsoft.com/office/drawing/2014/main" id="{24813D3D-7B30-42F2-9065-1B40F140C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V="1">
              <a:off x="464608" y="5299075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287AC97-A8E8-4B45-A50A-3057A88B4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1229445" y="4867275"/>
            <a:ext cx="598488" cy="1981201"/>
            <a:chOff x="11424178" y="4867275"/>
            <a:chExt cx="598488" cy="1981201"/>
          </a:xfrm>
        </p:grpSpPr>
        <p:sp>
          <p:nvSpPr>
            <p:cNvPr id="60" name="Freeform 35">
              <a:extLst>
                <a:ext uri="{FF2B5EF4-FFF2-40B4-BE49-F238E27FC236}">
                  <a16:creationId xmlns:a16="http://schemas.microsoft.com/office/drawing/2014/main" id="{57D70AA8-D36C-4DF9-B7D7-4E2C9BEF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14666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6">
              <a:extLst>
                <a:ext uri="{FF2B5EF4-FFF2-40B4-BE49-F238E27FC236}">
                  <a16:creationId xmlns:a16="http://schemas.microsoft.com/office/drawing/2014/main" id="{74D88556-8C5B-41AF-9FA0-92D27347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55966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38">
              <a:extLst>
                <a:ext uri="{FF2B5EF4-FFF2-40B4-BE49-F238E27FC236}">
                  <a16:creationId xmlns:a16="http://schemas.microsoft.com/office/drawing/2014/main" id="{17E00558-8912-48C6-8202-D8A2D854B7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19441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39">
              <a:extLst>
                <a:ext uri="{FF2B5EF4-FFF2-40B4-BE49-F238E27FC236}">
                  <a16:creationId xmlns:a16="http://schemas.microsoft.com/office/drawing/2014/main" id="{7E4C092A-90EF-4870-97FC-C2D97FD2C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24178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40">
              <a:extLst>
                <a:ext uri="{FF2B5EF4-FFF2-40B4-BE49-F238E27FC236}">
                  <a16:creationId xmlns:a16="http://schemas.microsoft.com/office/drawing/2014/main" id="{0C8C091A-4902-4B98-BB6B-AF6FA1174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32166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Rectangle 41">
              <a:extLst>
                <a:ext uri="{FF2B5EF4-FFF2-40B4-BE49-F238E27FC236}">
                  <a16:creationId xmlns:a16="http://schemas.microsoft.com/office/drawing/2014/main" id="{50C57AA3-5B6E-4C49-9AE3-D130A2540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22653" y="6596063"/>
              <a:ext cx="23813" cy="252413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9BE04-4454-4832-B83F-10D001BFF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Round Diagonal Corner Rectangle 7">
            <a:extLst>
              <a:ext uri="{FF2B5EF4-FFF2-40B4-BE49-F238E27FC236}">
                <a16:creationId xmlns:a16="http://schemas.microsoft.com/office/drawing/2014/main" id="{98714CE9-3C2C-48E1-8B8F-CFB7735C4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2867" y="766234"/>
            <a:ext cx="10346266" cy="5325532"/>
          </a:xfrm>
          <a:prstGeom prst="round2DiagRect">
            <a:avLst>
              <a:gd name="adj1" fmla="val 4147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3D109-81FE-1A77-AAC2-77F9E0A04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456" y="586530"/>
            <a:ext cx="9048219" cy="1092200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AI Integration Architecture</a:t>
            </a:r>
          </a:p>
        </p:txBody>
      </p:sp>
      <p:graphicFrame>
        <p:nvGraphicFramePr>
          <p:cNvPr id="69" name="Content Placeholder 2">
            <a:extLst>
              <a:ext uri="{FF2B5EF4-FFF2-40B4-BE49-F238E27FC236}">
                <a16:creationId xmlns:a16="http://schemas.microsoft.com/office/drawing/2014/main" id="{65E165A0-4030-E5C6-1719-19A8DB014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624676"/>
              </p:ext>
            </p:extLst>
          </p:nvPr>
        </p:nvGraphicFramePr>
        <p:xfrm>
          <a:off x="1491457" y="1549400"/>
          <a:ext cx="9096372" cy="277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DCF13B0-ED51-A452-D693-EEB23C75C312}"/>
              </a:ext>
            </a:extLst>
          </p:cNvPr>
          <p:cNvSpPr txBox="1"/>
          <p:nvPr/>
        </p:nvSpPr>
        <p:spPr>
          <a:xfrm>
            <a:off x="971021" y="4521596"/>
            <a:ext cx="10407649" cy="23533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Smart Integration: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Primary Flow: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BioBERT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12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DialoGPT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Sentence Transformers (100% FREE)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 Check: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If response quality &lt; 70%, route to GPT-4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Optimization: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90% of interactions use free models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Backup System:</a:t>
            </a:r>
            <a:r>
              <a:rPr lang="en-US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GPT-4 ensures educational quality for complex scenarios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79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963D5C-D022-54BA-51AE-1421C18FE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User Research overview</a:t>
            </a:r>
          </a:p>
        </p:txBody>
      </p:sp>
      <p:graphicFrame>
        <p:nvGraphicFramePr>
          <p:cNvPr id="72" name="Content Placeholder 2">
            <a:extLst>
              <a:ext uri="{FF2B5EF4-FFF2-40B4-BE49-F238E27FC236}">
                <a16:creationId xmlns:a16="http://schemas.microsoft.com/office/drawing/2014/main" id="{0FAF1437-E1D3-E32C-ED15-815C10AC06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1777224"/>
              </p:ext>
            </p:extLst>
          </p:nvPr>
        </p:nvGraphicFramePr>
        <p:xfrm>
          <a:off x="1141411" y="1750142"/>
          <a:ext cx="9905999" cy="4275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7988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7" name="Rectangle 86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0609E0-088D-804A-6D06-52DF672F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12179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User Research key findings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1B611AFB-4FB9-C55F-A532-A3E4EF6A5D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526230"/>
              </p:ext>
            </p:extLst>
          </p:nvPr>
        </p:nvGraphicFramePr>
        <p:xfrm>
          <a:off x="1141411" y="1740310"/>
          <a:ext cx="9905999" cy="4285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5474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1E3F5A-991F-3826-7587-C69557A3A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7496" y="83615"/>
            <a:ext cx="6833982" cy="1105946"/>
          </a:xfrm>
        </p:spPr>
        <p:txBody>
          <a:bodyPr>
            <a:normAutofit/>
          </a:bodyPr>
          <a:lstStyle/>
          <a:p>
            <a:r>
              <a:rPr lang="en-US" sz="3200" cap="none" dirty="0"/>
              <a:t>User Persona 1- “Anxious Becca”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36CC-C2FC-446F-B3B6-EBEF7C4AC044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1044575" y="1273176"/>
            <a:ext cx="6410529" cy="5176785"/>
          </a:xfrm>
        </p:spPr>
        <p:txBody>
          <a:bodyPr>
            <a:normAutofit/>
          </a:bodyPr>
          <a:lstStyle/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EMT Student, Age 18</a:t>
            </a:r>
            <a:endParaRPr lang="en-US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Community college EMT program through NTCC. 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 comfort level, extensive smartphone use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Build confidence for real emergencies, pass certification requirements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  <a:endParaRPr lang="en-US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Theoretical knowledge doesn't translate to quick decisions</a:t>
            </a:r>
            <a:endParaRPr lang="en-US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Fear of making wrong choices under pressure </a:t>
            </a:r>
          </a:p>
          <a:p>
            <a:pPr marL="0" marR="0" lvl="0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Relationship:</a:t>
            </a: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Curious but concerned about accuracy in medical contexts </a:t>
            </a:r>
          </a:p>
          <a:p>
            <a:pPr marL="0" marR="0" lvl="0" indent="0">
              <a:lnSpc>
                <a:spcPct val="11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 Context:</a:t>
            </a:r>
            <a:r>
              <a:rPr lang="en-US" sz="15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Studies during commute, practice scenarios during breaks</a:t>
            </a:r>
            <a:endParaRPr lang="en-US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5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know the textbook answers, but when there's pressure, I second-guess everything."</a:t>
            </a:r>
            <a:endParaRPr lang="en-US" sz="15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1000" dirty="0"/>
          </a:p>
        </p:txBody>
      </p:sp>
      <p:pic>
        <p:nvPicPr>
          <p:cNvPr id="74" name="Graphic 73" descr="Ambulance">
            <a:extLst>
              <a:ext uri="{FF2B5EF4-FFF2-40B4-BE49-F238E27FC236}">
                <a16:creationId xmlns:a16="http://schemas.microsoft.com/office/drawing/2014/main" id="{13C16FD5-CBDE-9F0F-EB43-51B958EC9F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20229" y="1420813"/>
            <a:ext cx="4133646" cy="4133646"/>
          </a:xfrm>
          <a:prstGeom prst="round2DiagRect">
            <a:avLst>
              <a:gd name="adj1" fmla="val 5608"/>
              <a:gd name="adj2" fmla="val 2703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81" name="Group 80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82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52007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5CFA1-2ACA-10B4-E738-1EC3B953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8239-0617-11B8-24EB-1A58CD695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45" y="87576"/>
            <a:ext cx="9905998" cy="1478570"/>
          </a:xfrm>
        </p:spPr>
        <p:txBody>
          <a:bodyPr>
            <a:normAutofit/>
          </a:bodyPr>
          <a:lstStyle/>
          <a:p>
            <a:r>
              <a:rPr lang="en-US" cap="none" dirty="0"/>
              <a:t>User Persona 2- “Experienced Emma”</a:t>
            </a:r>
          </a:p>
        </p:txBody>
      </p:sp>
      <p:pic>
        <p:nvPicPr>
          <p:cNvPr id="74" name="Graphic 73" descr="Ambulance">
            <a:extLst>
              <a:ext uri="{FF2B5EF4-FFF2-40B4-BE49-F238E27FC236}">
                <a16:creationId xmlns:a16="http://schemas.microsoft.com/office/drawing/2014/main" id="{3E8938B8-7924-A7B1-73C3-657D15386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3113" y="1748042"/>
            <a:ext cx="3549650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16B77-C6F5-73E3-6789-01DD6D3C39A0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925961" y="1425676"/>
            <a:ext cx="6341807" cy="4975123"/>
          </a:xfrm>
        </p:spPr>
        <p:txBody>
          <a:bodyPr>
            <a:normAutofit/>
          </a:bodyPr>
          <a:lstStyle/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EMT Instructor, Age 38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15 years of EMT experience, teaches at a technical college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Medium comfort level, uses basic apps, prefers proven tools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Help students bridge the theory-practice gap, track progress effectively </a:t>
            </a: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Limited time for individual coaching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Difficulty assessing practical readiness </a:t>
            </a: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Relationship: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Skeptical but open if proven effective and accurate </a:t>
            </a:r>
          </a:p>
          <a:p>
            <a:pPr marL="342900" marR="0" lvl="0" indent="-342900">
              <a:lnSpc>
                <a:spcPct val="11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 Context: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Classroom supplement, homework assignments, progress monitoring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"My students can ace the written exam but freeze up in real scenarios."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518388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D9D06-ED3C-3BE4-783B-A1E87D5D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ABEBE-B225-913B-02F1-8DB17E28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994" y="-138566"/>
            <a:ext cx="9905998" cy="1478570"/>
          </a:xfrm>
        </p:spPr>
        <p:txBody>
          <a:bodyPr>
            <a:normAutofit/>
          </a:bodyPr>
          <a:lstStyle/>
          <a:p>
            <a:r>
              <a:rPr lang="en-US" cap="none" dirty="0"/>
              <a:t>User Persona 3- “Career-Focused James</a:t>
            </a:r>
            <a:r>
              <a:rPr lang="en-US" dirty="0"/>
              <a:t>”</a:t>
            </a:r>
          </a:p>
        </p:txBody>
      </p:sp>
      <p:pic>
        <p:nvPicPr>
          <p:cNvPr id="74" name="Graphic 73" descr="Ambulance">
            <a:extLst>
              <a:ext uri="{FF2B5EF4-FFF2-40B4-BE49-F238E27FC236}">
                <a16:creationId xmlns:a16="http://schemas.microsoft.com/office/drawing/2014/main" id="{D09BF4B9-556C-0C44-AEA1-F1EFC27A59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4232" y="1654175"/>
            <a:ext cx="3549650" cy="3549650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640BD-CE0C-BF8C-080F-D95B686E7B95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758813" y="1229032"/>
            <a:ext cx="6508955" cy="5171767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 EMT Professional, Age 20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Recently certified, works for ambulance service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High comfort level, early adopter of professional apps. 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Excel in new career, build reputation as competent EMT. Become a Paramedic or Doctor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 calls are more complex than training scenarios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Wants ongoing skill development 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 Relationship: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Enthusiastic about AI tools for professional improvement 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Usage Context:</a:t>
            </a:r>
            <a:r>
              <a:rPr lang="en-US" sz="1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Skill maintenance during off-hours, scenario review after difficult calls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i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want to be the EMT that others trust to make the right call every time."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34860551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:p16="http://schemas.microsoft.com/office/powerpoint/2015/main" xmlns:adec="http://schemas.microsoft.com/office/drawing/2017/decorative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70BE15-563F-BC06-0E59-374B4E892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Thank You!</a:t>
            </a:r>
          </a:p>
        </p:txBody>
      </p:sp>
      <p:pic>
        <p:nvPicPr>
          <p:cNvPr id="5" name="Content Placeholder 4" descr="Handshake isolated on white">
            <a:extLst>
              <a:ext uri="{FF2B5EF4-FFF2-40B4-BE49-F238E27FC236}">
                <a16:creationId xmlns:a16="http://schemas.microsoft.com/office/drawing/2014/main" id="{987AD841-6D2D-4F83-BDE3-7CB940E93A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/>
          <a:stretch>
            <a:fillRect/>
          </a:stretch>
        </p:blipFill>
        <p:spPr>
          <a:xfrm>
            <a:off x="1141411" y="2459280"/>
            <a:ext cx="4689234" cy="313006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21286-8D69-5D3A-4A77-5263704C75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727" y="2249487"/>
            <a:ext cx="4710683" cy="354171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200"/>
              <a:t>We appreciate your time and attention.</a:t>
            </a:r>
          </a:p>
          <a:p>
            <a:pPr>
              <a:lnSpc>
                <a:spcPct val="110000"/>
              </a:lnSpc>
            </a:pPr>
            <a:r>
              <a:rPr lang="en-US" sz="2200"/>
              <a:t>Your support helps us improve EMT training.</a:t>
            </a:r>
          </a:p>
          <a:p>
            <a:pPr>
              <a:lnSpc>
                <a:spcPct val="110000"/>
              </a:lnSpc>
            </a:pPr>
            <a:r>
              <a:rPr lang="en-US" sz="2200"/>
              <a:t>Looking forward to your feedback and questions.</a:t>
            </a:r>
          </a:p>
          <a:p>
            <a:pPr>
              <a:lnSpc>
                <a:spcPct val="110000"/>
              </a:lnSpc>
            </a:pPr>
            <a:r>
              <a:rPr lang="en-US" sz="2200"/>
              <a:t>Together, we can enhance emergency medical care.</a:t>
            </a:r>
          </a:p>
        </p:txBody>
      </p:sp>
    </p:spTree>
    <p:extLst>
      <p:ext uri="{BB962C8B-B14F-4D97-AF65-F5344CB8AC3E}">
        <p14:creationId xmlns:p14="http://schemas.microsoft.com/office/powerpoint/2010/main" val="1216467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96F0E7-E7B5-406E-8E94-F0043B2AC7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C41CBB0-BAA0-4983-8F2B-E10AF3358DA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04C6BCC-A38B-4625-90E6-7D3BBA3909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Circuit design</Template>
  <TotalTime>922</TotalTime>
  <Words>1351</Words>
  <Application>Microsoft Office PowerPoint</Application>
  <PresentationFormat>Widescreen</PresentationFormat>
  <Paragraphs>215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Amasis MT Pro</vt:lpstr>
      <vt:lpstr>Aptos</vt:lpstr>
      <vt:lpstr>Arial</vt:lpstr>
      <vt:lpstr>Calibri</vt:lpstr>
      <vt:lpstr>Symbol</vt:lpstr>
      <vt:lpstr>Times New Roman</vt:lpstr>
      <vt:lpstr>Tw Cen MT</vt:lpstr>
      <vt:lpstr>Circuit</vt:lpstr>
      <vt:lpstr>AI-Enhanced EMT Triage Training Application</vt:lpstr>
      <vt:lpstr>The Challenge</vt:lpstr>
      <vt:lpstr>Our Solution</vt:lpstr>
      <vt:lpstr>Target Users</vt:lpstr>
      <vt:lpstr>Core Functionality</vt:lpstr>
      <vt:lpstr>AI Integration Strategy</vt:lpstr>
      <vt:lpstr>Success Metrics</vt:lpstr>
      <vt:lpstr>AI Model Research Overview</vt:lpstr>
      <vt:lpstr>AI Model Comparison Matrix</vt:lpstr>
      <vt:lpstr>Final AI Model selection</vt:lpstr>
      <vt:lpstr>AI Integration Architecture</vt:lpstr>
      <vt:lpstr>User Research overview</vt:lpstr>
      <vt:lpstr>User Research key findings</vt:lpstr>
      <vt:lpstr>User Persona 1- “Anxious Becca”</vt:lpstr>
      <vt:lpstr>User Persona 2- “Experienced Emma”</vt:lpstr>
      <vt:lpstr>User Persona 3- “Career-Focused James”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Lawrence</dc:creator>
  <cp:lastModifiedBy>M Lawrence</cp:lastModifiedBy>
  <cp:revision>1</cp:revision>
  <dcterms:created xsi:type="dcterms:W3CDTF">2025-09-06T23:34:47Z</dcterms:created>
  <dcterms:modified xsi:type="dcterms:W3CDTF">2025-09-07T17:00:12Z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