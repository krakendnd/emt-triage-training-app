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5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6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7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8.xml" ContentType="application/vnd.openxmlformats-officedocument.presentationml.notesSlide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77" r:id="rId3"/>
    <p:sldId id="278" r:id="rId4"/>
    <p:sldId id="267" r:id="rId5"/>
    <p:sldId id="285" r:id="rId6"/>
    <p:sldId id="260" r:id="rId7"/>
    <p:sldId id="273" r:id="rId8"/>
    <p:sldId id="261" r:id="rId9"/>
    <p:sldId id="274" r:id="rId10"/>
    <p:sldId id="282" r:id="rId11"/>
    <p:sldId id="283" r:id="rId12"/>
    <p:sldId id="284" r:id="rId13"/>
    <p:sldId id="268" r:id="rId14"/>
    <p:sldId id="269" r:id="rId15"/>
    <p:sldId id="270" r:id="rId16"/>
    <p:sldId id="288" r:id="rId17"/>
    <p:sldId id="287" r:id="rId18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2" roundtripDataSignature="AMtx7miycJ4MzHqQG8HJD8KhNEJUmLPkf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32C3D93-7683-4AFB-ABB8-BDE3F075E401}" v="13" dt="2025-09-20T20:07:56.57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7" d="100"/>
          <a:sy n="97" d="100"/>
        </p:scale>
        <p:origin x="192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customschemas.google.com/relationships/presentationmetadata" Target="metadata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 Lawrence" userId="50b3d78e8f436f32" providerId="LiveId" clId="{E020B3F6-8E55-4088-ACE3-8F09BF91BD7C}"/>
    <pc:docChg chg="undo custSel addSld delSld modSld sldOrd">
      <pc:chgData name="M Lawrence" userId="50b3d78e8f436f32" providerId="LiveId" clId="{E020B3F6-8E55-4088-ACE3-8F09BF91BD7C}" dt="2025-09-20T20:09:24.181" v="461" actId="680"/>
      <pc:docMkLst>
        <pc:docMk/>
      </pc:docMkLst>
      <pc:sldChg chg="addSp delSp modSp mod">
        <pc:chgData name="M Lawrence" userId="50b3d78e8f436f32" providerId="LiveId" clId="{E020B3F6-8E55-4088-ACE3-8F09BF91BD7C}" dt="2025-09-20T19:52:36.673" v="183" actId="1076"/>
        <pc:sldMkLst>
          <pc:docMk/>
          <pc:sldMk cId="0" sldId="267"/>
        </pc:sldMkLst>
        <pc:spChg chg="add mod">
          <ac:chgData name="M Lawrence" userId="50b3d78e8f436f32" providerId="LiveId" clId="{E020B3F6-8E55-4088-ACE3-8F09BF91BD7C}" dt="2025-09-20T19:50:39.186" v="164" actId="12"/>
          <ac:spMkLst>
            <pc:docMk/>
            <pc:sldMk cId="0" sldId="267"/>
            <ac:spMk id="3" creationId="{F9EBA617-1E2C-C2D4-3F32-6B84FDFB5F11}"/>
          </ac:spMkLst>
        </pc:spChg>
        <pc:spChg chg="add del mod">
          <ac:chgData name="M Lawrence" userId="50b3d78e8f436f32" providerId="LiveId" clId="{E020B3F6-8E55-4088-ACE3-8F09BF91BD7C}" dt="2025-09-20T19:50:02.059" v="156" actId="478"/>
          <ac:spMkLst>
            <pc:docMk/>
            <pc:sldMk cId="0" sldId="267"/>
            <ac:spMk id="4" creationId="{0BCB46AC-9926-FC11-6A76-3B1DF3A3DFBB}"/>
          </ac:spMkLst>
        </pc:spChg>
        <pc:spChg chg="add del mod">
          <ac:chgData name="M Lawrence" userId="50b3d78e8f436f32" providerId="LiveId" clId="{E020B3F6-8E55-4088-ACE3-8F09BF91BD7C}" dt="2025-09-20T19:50:01.129" v="155" actId="478"/>
          <ac:spMkLst>
            <pc:docMk/>
            <pc:sldMk cId="0" sldId="267"/>
            <ac:spMk id="5" creationId="{7BD33540-FEEB-8EDE-067E-A0F2DC1FD925}"/>
          </ac:spMkLst>
        </pc:spChg>
        <pc:spChg chg="mod">
          <ac:chgData name="M Lawrence" userId="50b3d78e8f436f32" providerId="LiveId" clId="{E020B3F6-8E55-4088-ACE3-8F09BF91BD7C}" dt="2025-09-20T19:49:56.147" v="151" actId="1076"/>
          <ac:spMkLst>
            <pc:docMk/>
            <pc:sldMk cId="0" sldId="267"/>
            <ac:spMk id="525" creationId="{00000000-0000-0000-0000-000000000000}"/>
          </ac:spMkLst>
        </pc:spChg>
        <pc:spChg chg="mod">
          <ac:chgData name="M Lawrence" userId="50b3d78e8f436f32" providerId="LiveId" clId="{E020B3F6-8E55-4088-ACE3-8F09BF91BD7C}" dt="2025-09-20T19:49:31.460" v="146" actId="20577"/>
          <ac:spMkLst>
            <pc:docMk/>
            <pc:sldMk cId="0" sldId="267"/>
            <ac:spMk id="526" creationId="{00000000-0000-0000-0000-000000000000}"/>
          </ac:spMkLst>
        </pc:spChg>
        <pc:spChg chg="mod">
          <ac:chgData name="M Lawrence" userId="50b3d78e8f436f32" providerId="LiveId" clId="{E020B3F6-8E55-4088-ACE3-8F09BF91BD7C}" dt="2025-09-20T19:44:17.591" v="33" actId="14100"/>
          <ac:spMkLst>
            <pc:docMk/>
            <pc:sldMk cId="0" sldId="267"/>
            <ac:spMk id="529" creationId="{00000000-0000-0000-0000-000000000000}"/>
          </ac:spMkLst>
        </pc:spChg>
        <pc:spChg chg="mod">
          <ac:chgData name="M Lawrence" userId="50b3d78e8f436f32" providerId="LiveId" clId="{E020B3F6-8E55-4088-ACE3-8F09BF91BD7C}" dt="2025-09-20T19:43:18.644" v="25" actId="1076"/>
          <ac:spMkLst>
            <pc:docMk/>
            <pc:sldMk cId="0" sldId="267"/>
            <ac:spMk id="530" creationId="{00000000-0000-0000-0000-000000000000}"/>
          </ac:spMkLst>
        </pc:spChg>
        <pc:spChg chg="mod">
          <ac:chgData name="M Lawrence" userId="50b3d78e8f436f32" providerId="LiveId" clId="{E020B3F6-8E55-4088-ACE3-8F09BF91BD7C}" dt="2025-09-20T19:51:25.580" v="172" actId="12"/>
          <ac:spMkLst>
            <pc:docMk/>
            <pc:sldMk cId="0" sldId="267"/>
            <ac:spMk id="531" creationId="{00000000-0000-0000-0000-000000000000}"/>
          </ac:spMkLst>
        </pc:spChg>
        <pc:spChg chg="mod">
          <ac:chgData name="M Lawrence" userId="50b3d78e8f436f32" providerId="LiveId" clId="{E020B3F6-8E55-4088-ACE3-8F09BF91BD7C}" dt="2025-09-20T19:52:25.389" v="180" actId="14100"/>
          <ac:spMkLst>
            <pc:docMk/>
            <pc:sldMk cId="0" sldId="267"/>
            <ac:spMk id="532" creationId="{00000000-0000-0000-0000-000000000000}"/>
          </ac:spMkLst>
        </pc:spChg>
        <pc:spChg chg="mod">
          <ac:chgData name="M Lawrence" userId="50b3d78e8f436f32" providerId="LiveId" clId="{E020B3F6-8E55-4088-ACE3-8F09BF91BD7C}" dt="2025-09-20T19:52:36.673" v="183" actId="1076"/>
          <ac:spMkLst>
            <pc:docMk/>
            <pc:sldMk cId="0" sldId="267"/>
            <ac:spMk id="533" creationId="{00000000-0000-0000-0000-000000000000}"/>
          </ac:spMkLst>
        </pc:spChg>
        <pc:grpChg chg="mod">
          <ac:chgData name="M Lawrence" userId="50b3d78e8f436f32" providerId="LiveId" clId="{E020B3F6-8E55-4088-ACE3-8F09BF91BD7C}" dt="2025-09-20T19:50:07.908" v="157" actId="14100"/>
          <ac:grpSpMkLst>
            <pc:docMk/>
            <pc:sldMk cId="0" sldId="267"/>
            <ac:grpSpMk id="527" creationId="{00000000-0000-0000-0000-000000000000}"/>
          </ac:grpSpMkLst>
        </pc:grpChg>
      </pc:sldChg>
      <pc:sldChg chg="modSp mod">
        <pc:chgData name="M Lawrence" userId="50b3d78e8f436f32" providerId="LiveId" clId="{E020B3F6-8E55-4088-ACE3-8F09BF91BD7C}" dt="2025-09-20T20:01:33.323" v="395" actId="20577"/>
        <pc:sldMkLst>
          <pc:docMk/>
          <pc:sldMk cId="0" sldId="268"/>
        </pc:sldMkLst>
        <pc:spChg chg="mod">
          <ac:chgData name="M Lawrence" userId="50b3d78e8f436f32" providerId="LiveId" clId="{E020B3F6-8E55-4088-ACE3-8F09BF91BD7C}" dt="2025-09-20T19:56:13.327" v="217" actId="20577"/>
          <ac:spMkLst>
            <pc:docMk/>
            <pc:sldMk cId="0" sldId="268"/>
            <ac:spMk id="539" creationId="{00000000-0000-0000-0000-000000000000}"/>
          </ac:spMkLst>
        </pc:spChg>
        <pc:spChg chg="mod">
          <ac:chgData name="M Lawrence" userId="50b3d78e8f436f32" providerId="LiveId" clId="{E020B3F6-8E55-4088-ACE3-8F09BF91BD7C}" dt="2025-09-20T19:58:02.713" v="269" actId="20577"/>
          <ac:spMkLst>
            <pc:docMk/>
            <pc:sldMk cId="0" sldId="268"/>
            <ac:spMk id="542" creationId="{00000000-0000-0000-0000-000000000000}"/>
          </ac:spMkLst>
        </pc:spChg>
        <pc:spChg chg="mod">
          <ac:chgData name="M Lawrence" userId="50b3d78e8f436f32" providerId="LiveId" clId="{E020B3F6-8E55-4088-ACE3-8F09BF91BD7C}" dt="2025-09-20T19:59:36.707" v="340" actId="255"/>
          <ac:spMkLst>
            <pc:docMk/>
            <pc:sldMk cId="0" sldId="268"/>
            <ac:spMk id="544" creationId="{00000000-0000-0000-0000-000000000000}"/>
          </ac:spMkLst>
        </pc:spChg>
        <pc:spChg chg="mod">
          <ac:chgData name="M Lawrence" userId="50b3d78e8f436f32" providerId="LiveId" clId="{E020B3F6-8E55-4088-ACE3-8F09BF91BD7C}" dt="2025-09-20T20:01:33.323" v="395" actId="20577"/>
          <ac:spMkLst>
            <pc:docMk/>
            <pc:sldMk cId="0" sldId="268"/>
            <ac:spMk id="546" creationId="{00000000-0000-0000-0000-000000000000}"/>
          </ac:spMkLst>
        </pc:spChg>
        <pc:grpChg chg="mod">
          <ac:chgData name="M Lawrence" userId="50b3d78e8f436f32" providerId="LiveId" clId="{E020B3F6-8E55-4088-ACE3-8F09BF91BD7C}" dt="2025-09-20T19:55:19.564" v="196" actId="14100"/>
          <ac:grpSpMkLst>
            <pc:docMk/>
            <pc:sldMk cId="0" sldId="268"/>
            <ac:grpSpMk id="540" creationId="{00000000-0000-0000-0000-000000000000}"/>
          </ac:grpSpMkLst>
        </pc:grpChg>
      </pc:sldChg>
      <pc:sldChg chg="addSp delSp modSp new del mod">
        <pc:chgData name="M Lawrence" userId="50b3d78e8f436f32" providerId="LiveId" clId="{E020B3F6-8E55-4088-ACE3-8F09BF91BD7C}" dt="2025-09-20T19:48:41.928" v="83" actId="47"/>
        <pc:sldMkLst>
          <pc:docMk/>
          <pc:sldMk cId="124971238" sldId="285"/>
        </pc:sldMkLst>
        <pc:spChg chg="add del mod">
          <ac:chgData name="M Lawrence" userId="50b3d78e8f436f32" providerId="LiveId" clId="{E020B3F6-8E55-4088-ACE3-8F09BF91BD7C}" dt="2025-09-20T19:40:30.541" v="4" actId="478"/>
          <ac:spMkLst>
            <pc:docMk/>
            <pc:sldMk cId="124971238" sldId="285"/>
            <ac:spMk id="3" creationId="{79539A04-E285-98A0-684F-F52454262362}"/>
          </ac:spMkLst>
        </pc:spChg>
      </pc:sldChg>
      <pc:sldChg chg="add">
        <pc:chgData name="M Lawrence" userId="50b3d78e8f436f32" providerId="LiveId" clId="{E020B3F6-8E55-4088-ACE3-8F09BF91BD7C}" dt="2025-09-20T19:48:45.367" v="84" actId="2890"/>
        <pc:sldMkLst>
          <pc:docMk/>
          <pc:sldMk cId="3323288528" sldId="285"/>
        </pc:sldMkLst>
      </pc:sldChg>
      <pc:sldChg chg="new del">
        <pc:chgData name="M Lawrence" userId="50b3d78e8f436f32" providerId="LiveId" clId="{E020B3F6-8E55-4088-ACE3-8F09BF91BD7C}" dt="2025-09-20T20:05:18.973" v="400" actId="47"/>
        <pc:sldMkLst>
          <pc:docMk/>
          <pc:sldMk cId="3087280342" sldId="286"/>
        </pc:sldMkLst>
      </pc:sldChg>
      <pc:sldChg chg="delSp modSp add mod ord">
        <pc:chgData name="M Lawrence" userId="50b3d78e8f436f32" providerId="LiveId" clId="{E020B3F6-8E55-4088-ACE3-8F09BF91BD7C}" dt="2025-09-20T20:09:06.805" v="458" actId="1076"/>
        <pc:sldMkLst>
          <pc:docMk/>
          <pc:sldMk cId="132559641" sldId="287"/>
        </pc:sldMkLst>
        <pc:spChg chg="mod">
          <ac:chgData name="M Lawrence" userId="50b3d78e8f436f32" providerId="LiveId" clId="{E020B3F6-8E55-4088-ACE3-8F09BF91BD7C}" dt="2025-09-20T20:07:39.027" v="441" actId="20577"/>
          <ac:spMkLst>
            <pc:docMk/>
            <pc:sldMk cId="132559641" sldId="287"/>
            <ac:spMk id="3" creationId="{44DAF16B-19AA-E56A-BD7F-E075CE1269C3}"/>
          </ac:spMkLst>
        </pc:spChg>
        <pc:spChg chg="del">
          <ac:chgData name="M Lawrence" userId="50b3d78e8f436f32" providerId="LiveId" clId="{E020B3F6-8E55-4088-ACE3-8F09BF91BD7C}" dt="2025-09-20T20:05:35.718" v="413" actId="478"/>
          <ac:spMkLst>
            <pc:docMk/>
            <pc:sldMk cId="132559641" sldId="287"/>
            <ac:spMk id="4" creationId="{19656BFF-8A6E-D1A4-3B43-4AFD4BE4BC83}"/>
          </ac:spMkLst>
        </pc:spChg>
        <pc:spChg chg="del mod">
          <ac:chgData name="M Lawrence" userId="50b3d78e8f436f32" providerId="LiveId" clId="{E020B3F6-8E55-4088-ACE3-8F09BF91BD7C}" dt="2025-09-20T20:05:33.889" v="412" actId="478"/>
          <ac:spMkLst>
            <pc:docMk/>
            <pc:sldMk cId="132559641" sldId="287"/>
            <ac:spMk id="5" creationId="{7C4822C6-2580-93F0-CB56-07AE03E3BE7C}"/>
          </ac:spMkLst>
        </pc:spChg>
        <pc:spChg chg="del">
          <ac:chgData name="M Lawrence" userId="50b3d78e8f436f32" providerId="LiveId" clId="{E020B3F6-8E55-4088-ACE3-8F09BF91BD7C}" dt="2025-09-20T20:06:03.220" v="420" actId="478"/>
          <ac:spMkLst>
            <pc:docMk/>
            <pc:sldMk cId="132559641" sldId="287"/>
            <ac:spMk id="525" creationId="{D889619A-4E52-C5F3-6783-D2EF383CF415}"/>
          </ac:spMkLst>
        </pc:spChg>
        <pc:spChg chg="del mod">
          <ac:chgData name="M Lawrence" userId="50b3d78e8f436f32" providerId="LiveId" clId="{E020B3F6-8E55-4088-ACE3-8F09BF91BD7C}" dt="2025-09-20T20:06:17.526" v="422" actId="478"/>
          <ac:spMkLst>
            <pc:docMk/>
            <pc:sldMk cId="132559641" sldId="287"/>
            <ac:spMk id="526" creationId="{D6542EA7-5C80-1D4A-41EA-934802DE1567}"/>
          </ac:spMkLst>
        </pc:spChg>
        <pc:spChg chg="mod">
          <ac:chgData name="M Lawrence" userId="50b3d78e8f436f32" providerId="LiveId" clId="{E020B3F6-8E55-4088-ACE3-8F09BF91BD7C}" dt="2025-09-20T20:09:06.805" v="458" actId="1076"/>
          <ac:spMkLst>
            <pc:docMk/>
            <pc:sldMk cId="132559641" sldId="287"/>
            <ac:spMk id="531" creationId="{D138F043-E748-AB8F-DE51-BC8A798E2455}"/>
          </ac:spMkLst>
        </pc:spChg>
        <pc:spChg chg="del">
          <ac:chgData name="M Lawrence" userId="50b3d78e8f436f32" providerId="LiveId" clId="{E020B3F6-8E55-4088-ACE3-8F09BF91BD7C}" dt="2025-09-20T20:05:41.053" v="415" actId="478"/>
          <ac:spMkLst>
            <pc:docMk/>
            <pc:sldMk cId="132559641" sldId="287"/>
            <ac:spMk id="532" creationId="{5FA931B0-4695-2A73-45B5-7555E29A6FFE}"/>
          </ac:spMkLst>
        </pc:spChg>
        <pc:spChg chg="del">
          <ac:chgData name="M Lawrence" userId="50b3d78e8f436f32" providerId="LiveId" clId="{E020B3F6-8E55-4088-ACE3-8F09BF91BD7C}" dt="2025-09-20T20:05:39.293" v="414" actId="478"/>
          <ac:spMkLst>
            <pc:docMk/>
            <pc:sldMk cId="132559641" sldId="287"/>
            <ac:spMk id="533" creationId="{1951E7C3-6FD0-68F3-0F61-2AD0186DD08E}"/>
          </ac:spMkLst>
        </pc:spChg>
        <pc:grpChg chg="mod">
          <ac:chgData name="M Lawrence" userId="50b3d78e8f436f32" providerId="LiveId" clId="{E020B3F6-8E55-4088-ACE3-8F09BF91BD7C}" dt="2025-09-20T20:06:25.332" v="424" actId="14100"/>
          <ac:grpSpMkLst>
            <pc:docMk/>
            <pc:sldMk cId="132559641" sldId="287"/>
            <ac:grpSpMk id="527" creationId="{6CB1C601-5E7B-E977-B530-8DC980EF736A}"/>
          </ac:grpSpMkLst>
        </pc:grpChg>
      </pc:sldChg>
      <pc:sldChg chg="new">
        <pc:chgData name="M Lawrence" userId="50b3d78e8f436f32" providerId="LiveId" clId="{E020B3F6-8E55-4088-ACE3-8F09BF91BD7C}" dt="2025-09-20T20:09:24.181" v="461" actId="680"/>
        <pc:sldMkLst>
          <pc:docMk/>
          <pc:sldMk cId="1491943758" sldId="288"/>
        </pc:sldMkLst>
      </pc:sldChg>
      <pc:sldChg chg="new del">
        <pc:chgData name="M Lawrence" userId="50b3d78e8f436f32" providerId="LiveId" clId="{E020B3F6-8E55-4088-ACE3-8F09BF91BD7C}" dt="2025-09-20T20:09:20.318" v="460" actId="47"/>
        <pc:sldMkLst>
          <pc:docMk/>
          <pc:sldMk cId="2611035659" sldId="288"/>
        </pc:sldMkLst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E1D39FA-3620-4074-A672-B5769B587179}" type="doc">
      <dgm:prSet loTypeId="urn:microsoft.com/office/officeart/2016/7/layout/RepeatingBendingProcessNew" loCatId="process" qsTypeId="urn:microsoft.com/office/officeart/2005/8/quickstyle/simple5" qsCatId="simple" csTypeId="urn:microsoft.com/office/officeart/2005/8/colors/accent3_2" csCatId="accent3"/>
      <dgm:spPr/>
      <dgm:t>
        <a:bodyPr/>
        <a:lstStyle/>
        <a:p>
          <a:endParaRPr lang="en-US"/>
        </a:p>
      </dgm:t>
    </dgm:pt>
    <dgm:pt modelId="{5A8C93C1-0E4C-4F34-AA9A-9175D91903B1}">
      <dgm:prSet/>
      <dgm:spPr/>
      <dgm:t>
        <a:bodyPr/>
        <a:lstStyle/>
        <a:p>
          <a:r>
            <a:rPr lang="en-US" b="0" i="0"/>
            <a:t>Student Input (Decision) </a:t>
          </a:r>
          <a:endParaRPr lang="en-US"/>
        </a:p>
      </dgm:t>
    </dgm:pt>
    <dgm:pt modelId="{A7B00147-C803-425E-89B5-D3E5754AFF02}" type="parTrans" cxnId="{8A638422-61AA-4009-9301-0365C21453D6}">
      <dgm:prSet/>
      <dgm:spPr/>
      <dgm:t>
        <a:bodyPr/>
        <a:lstStyle/>
        <a:p>
          <a:endParaRPr lang="en-US"/>
        </a:p>
      </dgm:t>
    </dgm:pt>
    <dgm:pt modelId="{FC859502-CE51-4763-9D0D-D78044B97528}" type="sibTrans" cxnId="{8A638422-61AA-4009-9301-0365C21453D6}">
      <dgm:prSet/>
      <dgm:spPr/>
      <dgm:t>
        <a:bodyPr/>
        <a:lstStyle/>
        <a:p>
          <a:endParaRPr lang="en-US"/>
        </a:p>
      </dgm:t>
    </dgm:pt>
    <dgm:pt modelId="{5B285F2A-EDCB-41FE-8681-DB684FC880FD}">
      <dgm:prSet/>
      <dgm:spPr/>
      <dgm:t>
        <a:bodyPr/>
        <a:lstStyle/>
        <a:p>
          <a:r>
            <a:rPr lang="en-US" b="0" i="0"/>
            <a:t>Decision Analysis Engine</a:t>
          </a:r>
          <a:endParaRPr lang="en-US"/>
        </a:p>
      </dgm:t>
    </dgm:pt>
    <dgm:pt modelId="{3219BA61-1FCA-4855-A0EA-144FAD618BB5}" type="parTrans" cxnId="{39F6D30D-B39C-42C3-8B8C-71762EA0A5F9}">
      <dgm:prSet/>
      <dgm:spPr/>
      <dgm:t>
        <a:bodyPr/>
        <a:lstStyle/>
        <a:p>
          <a:endParaRPr lang="en-US"/>
        </a:p>
      </dgm:t>
    </dgm:pt>
    <dgm:pt modelId="{B61CB3EB-248B-41D2-8C7C-8231E873ACE7}" type="sibTrans" cxnId="{39F6D30D-B39C-42C3-8B8C-71762EA0A5F9}">
      <dgm:prSet/>
      <dgm:spPr/>
      <dgm:t>
        <a:bodyPr/>
        <a:lstStyle/>
        <a:p>
          <a:endParaRPr lang="en-US"/>
        </a:p>
      </dgm:t>
    </dgm:pt>
    <dgm:pt modelId="{257C57D1-34B5-4E0E-B9CA-B2584D1BFBC9}">
      <dgm:prSet/>
      <dgm:spPr/>
      <dgm:t>
        <a:bodyPr/>
        <a:lstStyle/>
        <a:p>
          <a:r>
            <a:rPr lang="en-US" b="0" i="0"/>
            <a:t>Performance Pattern Recognition</a:t>
          </a:r>
          <a:endParaRPr lang="en-US"/>
        </a:p>
      </dgm:t>
    </dgm:pt>
    <dgm:pt modelId="{AE4ACD68-F0F9-409D-8AB1-4E4C314033F6}" type="parTrans" cxnId="{F88704DF-4C52-44E7-BBDB-E119ECB406F1}">
      <dgm:prSet/>
      <dgm:spPr/>
      <dgm:t>
        <a:bodyPr/>
        <a:lstStyle/>
        <a:p>
          <a:endParaRPr lang="en-US"/>
        </a:p>
      </dgm:t>
    </dgm:pt>
    <dgm:pt modelId="{FB71EF11-3151-4159-9E1D-21A64882D78B}" type="sibTrans" cxnId="{F88704DF-4C52-44E7-BBDB-E119ECB406F1}">
      <dgm:prSet/>
      <dgm:spPr/>
      <dgm:t>
        <a:bodyPr/>
        <a:lstStyle/>
        <a:p>
          <a:endParaRPr lang="en-US"/>
        </a:p>
      </dgm:t>
    </dgm:pt>
    <dgm:pt modelId="{131EA46F-983A-43AD-AC7D-7D626D5DA228}">
      <dgm:prSet/>
      <dgm:spPr/>
      <dgm:t>
        <a:bodyPr/>
        <a:lstStyle/>
        <a:p>
          <a:r>
            <a:rPr lang="en-US" b="0" i="0"/>
            <a:t>Socratic Question Generation</a:t>
          </a:r>
          <a:endParaRPr lang="en-US"/>
        </a:p>
      </dgm:t>
    </dgm:pt>
    <dgm:pt modelId="{B501ECF8-0D81-45FB-BAA1-8068132205FB}" type="parTrans" cxnId="{61819502-8776-4BC3-8AB2-BD640A8F8586}">
      <dgm:prSet/>
      <dgm:spPr/>
      <dgm:t>
        <a:bodyPr/>
        <a:lstStyle/>
        <a:p>
          <a:endParaRPr lang="en-US"/>
        </a:p>
      </dgm:t>
    </dgm:pt>
    <dgm:pt modelId="{46F14F35-D8CD-4CFC-B236-BD29C53C1393}" type="sibTrans" cxnId="{61819502-8776-4BC3-8AB2-BD640A8F8586}">
      <dgm:prSet/>
      <dgm:spPr/>
      <dgm:t>
        <a:bodyPr/>
        <a:lstStyle/>
        <a:p>
          <a:endParaRPr lang="en-US"/>
        </a:p>
      </dgm:t>
    </dgm:pt>
    <dgm:pt modelId="{2ABA502C-A33D-4F63-A885-887735BD468F}">
      <dgm:prSet/>
      <dgm:spPr/>
      <dgm:t>
        <a:bodyPr/>
        <a:lstStyle/>
        <a:p>
          <a:r>
            <a:rPr lang="en-US" b="0" i="0"/>
            <a:t>Student Response &amp; Reasoning</a:t>
          </a:r>
          <a:endParaRPr lang="en-US"/>
        </a:p>
      </dgm:t>
    </dgm:pt>
    <dgm:pt modelId="{87337511-82A2-439C-9F8B-8D31FB77A870}" type="parTrans" cxnId="{905A10CB-93CB-4D7A-BD3B-E8AF394F037A}">
      <dgm:prSet/>
      <dgm:spPr/>
      <dgm:t>
        <a:bodyPr/>
        <a:lstStyle/>
        <a:p>
          <a:endParaRPr lang="en-US"/>
        </a:p>
      </dgm:t>
    </dgm:pt>
    <dgm:pt modelId="{9F65CFD1-1452-43CD-B9D3-4338DC4BAB59}" type="sibTrans" cxnId="{905A10CB-93CB-4D7A-BD3B-E8AF394F037A}">
      <dgm:prSet/>
      <dgm:spPr/>
      <dgm:t>
        <a:bodyPr/>
        <a:lstStyle/>
        <a:p>
          <a:endParaRPr lang="en-US"/>
        </a:p>
      </dgm:t>
    </dgm:pt>
    <dgm:pt modelId="{FE03E916-EB1F-4FFF-977A-006820FA8E78}">
      <dgm:prSet/>
      <dgm:spPr/>
      <dgm:t>
        <a:bodyPr/>
        <a:lstStyle/>
        <a:p>
          <a:r>
            <a:rPr lang="en-US" b="0" i="0"/>
            <a:t>Understanding Assessment</a:t>
          </a:r>
          <a:endParaRPr lang="en-US"/>
        </a:p>
      </dgm:t>
    </dgm:pt>
    <dgm:pt modelId="{2EB6E968-4A81-4396-9BBE-57930EA24FB8}" type="parTrans" cxnId="{0CE85D51-1FE5-4E8A-81CE-0CA7699EA78F}">
      <dgm:prSet/>
      <dgm:spPr/>
      <dgm:t>
        <a:bodyPr/>
        <a:lstStyle/>
        <a:p>
          <a:endParaRPr lang="en-US"/>
        </a:p>
      </dgm:t>
    </dgm:pt>
    <dgm:pt modelId="{2EF35AED-6084-45AE-A478-97CB5C8244E2}" type="sibTrans" cxnId="{0CE85D51-1FE5-4E8A-81CE-0CA7699EA78F}">
      <dgm:prSet/>
      <dgm:spPr/>
      <dgm:t>
        <a:bodyPr/>
        <a:lstStyle/>
        <a:p>
          <a:endParaRPr lang="en-US"/>
        </a:p>
      </dgm:t>
    </dgm:pt>
    <dgm:pt modelId="{A12BCA74-3726-469B-A45F-F90278B0C47B}">
      <dgm:prSet/>
      <dgm:spPr/>
      <dgm:t>
        <a:bodyPr/>
        <a:lstStyle/>
        <a:p>
          <a:r>
            <a:rPr lang="en-US" b="0" i="0" dirty="0"/>
            <a:t>Personalized Feedback Delivery</a:t>
          </a:r>
          <a:endParaRPr lang="en-US" dirty="0"/>
        </a:p>
      </dgm:t>
    </dgm:pt>
    <dgm:pt modelId="{B79B8549-1A76-4CFD-BD70-E2181B9F3A1B}" type="parTrans" cxnId="{DB559E1C-DDB5-4B35-97B9-0EAD14FE42C6}">
      <dgm:prSet/>
      <dgm:spPr/>
      <dgm:t>
        <a:bodyPr/>
        <a:lstStyle/>
        <a:p>
          <a:endParaRPr lang="en-US"/>
        </a:p>
      </dgm:t>
    </dgm:pt>
    <dgm:pt modelId="{08E2C32A-3799-47B1-AC00-1CF8ED8CD8FD}" type="sibTrans" cxnId="{DB559E1C-DDB5-4B35-97B9-0EAD14FE42C6}">
      <dgm:prSet/>
      <dgm:spPr/>
      <dgm:t>
        <a:bodyPr/>
        <a:lstStyle/>
        <a:p>
          <a:endParaRPr lang="en-US"/>
        </a:p>
      </dgm:t>
    </dgm:pt>
    <dgm:pt modelId="{6906E847-437C-45D0-9135-B05E5078D38D}">
      <dgm:prSet/>
      <dgm:spPr/>
      <dgm:t>
        <a:bodyPr/>
        <a:lstStyle/>
        <a:p>
          <a:r>
            <a:rPr lang="en-US" b="0" i="0"/>
            <a:t>Learning Analytics Update</a:t>
          </a:r>
          <a:endParaRPr lang="en-US"/>
        </a:p>
      </dgm:t>
    </dgm:pt>
    <dgm:pt modelId="{BA9835B4-ABF1-4D7C-A55F-6AE405F0F1FE}" type="parTrans" cxnId="{90234002-291E-47D4-B159-7D023CEEE751}">
      <dgm:prSet/>
      <dgm:spPr/>
      <dgm:t>
        <a:bodyPr/>
        <a:lstStyle/>
        <a:p>
          <a:endParaRPr lang="en-US"/>
        </a:p>
      </dgm:t>
    </dgm:pt>
    <dgm:pt modelId="{8867D9F6-8535-4D84-A27A-3C4E5B6330BB}" type="sibTrans" cxnId="{90234002-291E-47D4-B159-7D023CEEE751}">
      <dgm:prSet/>
      <dgm:spPr/>
      <dgm:t>
        <a:bodyPr/>
        <a:lstStyle/>
        <a:p>
          <a:endParaRPr lang="en-US"/>
        </a:p>
      </dgm:t>
    </dgm:pt>
    <dgm:pt modelId="{4167464D-1CC5-4CEC-80AE-7D942502BE3A}">
      <dgm:prSet/>
      <dgm:spPr/>
      <dgm:t>
        <a:bodyPr/>
        <a:lstStyle/>
        <a:p>
          <a:r>
            <a:rPr lang="en-US" b="0" i="0"/>
            <a:t>Adaptive Scenario Recommendation</a:t>
          </a:r>
          <a:endParaRPr lang="en-US"/>
        </a:p>
      </dgm:t>
    </dgm:pt>
    <dgm:pt modelId="{8A7EEA81-AF6A-467A-B4E4-CB8BC39FD62F}" type="parTrans" cxnId="{B12B2102-6678-4E60-B891-F646F5316A5C}">
      <dgm:prSet/>
      <dgm:spPr/>
      <dgm:t>
        <a:bodyPr/>
        <a:lstStyle/>
        <a:p>
          <a:endParaRPr lang="en-US"/>
        </a:p>
      </dgm:t>
    </dgm:pt>
    <dgm:pt modelId="{8A76CB9B-DF1F-4DB0-9B04-C412A13C9784}" type="sibTrans" cxnId="{B12B2102-6678-4E60-B891-F646F5316A5C}">
      <dgm:prSet/>
      <dgm:spPr/>
      <dgm:t>
        <a:bodyPr/>
        <a:lstStyle/>
        <a:p>
          <a:endParaRPr lang="en-US"/>
        </a:p>
      </dgm:t>
    </dgm:pt>
    <dgm:pt modelId="{D15B6BF6-EBDA-4E06-A533-7AB740503BC9}" type="pres">
      <dgm:prSet presAssocID="{9E1D39FA-3620-4074-A672-B5769B587179}" presName="Name0" presStyleCnt="0">
        <dgm:presLayoutVars>
          <dgm:dir/>
          <dgm:resizeHandles val="exact"/>
        </dgm:presLayoutVars>
      </dgm:prSet>
      <dgm:spPr/>
    </dgm:pt>
    <dgm:pt modelId="{670F470E-2A8C-4EA5-A414-E323CD1A61B3}" type="pres">
      <dgm:prSet presAssocID="{5A8C93C1-0E4C-4F34-AA9A-9175D91903B1}" presName="node" presStyleLbl="node1" presStyleIdx="0" presStyleCnt="9">
        <dgm:presLayoutVars>
          <dgm:bulletEnabled val="1"/>
        </dgm:presLayoutVars>
      </dgm:prSet>
      <dgm:spPr/>
    </dgm:pt>
    <dgm:pt modelId="{8D786CEB-7804-4AAD-A627-6464D7BF39DA}" type="pres">
      <dgm:prSet presAssocID="{FC859502-CE51-4763-9D0D-D78044B97528}" presName="sibTrans" presStyleLbl="sibTrans1D1" presStyleIdx="0" presStyleCnt="8"/>
      <dgm:spPr/>
    </dgm:pt>
    <dgm:pt modelId="{EC785799-4CB9-4B78-97DB-BB89E03E2C02}" type="pres">
      <dgm:prSet presAssocID="{FC859502-CE51-4763-9D0D-D78044B97528}" presName="connectorText" presStyleLbl="sibTrans1D1" presStyleIdx="0" presStyleCnt="8"/>
      <dgm:spPr/>
    </dgm:pt>
    <dgm:pt modelId="{DCF07729-7882-4E6B-931B-393EDD4693FD}" type="pres">
      <dgm:prSet presAssocID="{5B285F2A-EDCB-41FE-8681-DB684FC880FD}" presName="node" presStyleLbl="node1" presStyleIdx="1" presStyleCnt="9">
        <dgm:presLayoutVars>
          <dgm:bulletEnabled val="1"/>
        </dgm:presLayoutVars>
      </dgm:prSet>
      <dgm:spPr/>
    </dgm:pt>
    <dgm:pt modelId="{D28F2904-D4B0-4BFE-8D11-DF8EA4A8D83A}" type="pres">
      <dgm:prSet presAssocID="{B61CB3EB-248B-41D2-8C7C-8231E873ACE7}" presName="sibTrans" presStyleLbl="sibTrans1D1" presStyleIdx="1" presStyleCnt="8"/>
      <dgm:spPr/>
    </dgm:pt>
    <dgm:pt modelId="{51D5E467-24C1-43C3-948A-C87EF3CC7707}" type="pres">
      <dgm:prSet presAssocID="{B61CB3EB-248B-41D2-8C7C-8231E873ACE7}" presName="connectorText" presStyleLbl="sibTrans1D1" presStyleIdx="1" presStyleCnt="8"/>
      <dgm:spPr/>
    </dgm:pt>
    <dgm:pt modelId="{8DC315C7-090E-4241-9957-BF195EDE31F4}" type="pres">
      <dgm:prSet presAssocID="{257C57D1-34B5-4E0E-B9CA-B2584D1BFBC9}" presName="node" presStyleLbl="node1" presStyleIdx="2" presStyleCnt="9">
        <dgm:presLayoutVars>
          <dgm:bulletEnabled val="1"/>
        </dgm:presLayoutVars>
      </dgm:prSet>
      <dgm:spPr/>
    </dgm:pt>
    <dgm:pt modelId="{75216014-B871-4492-8015-3A1C525FE749}" type="pres">
      <dgm:prSet presAssocID="{FB71EF11-3151-4159-9E1D-21A64882D78B}" presName="sibTrans" presStyleLbl="sibTrans1D1" presStyleIdx="2" presStyleCnt="8"/>
      <dgm:spPr/>
    </dgm:pt>
    <dgm:pt modelId="{D2CA1156-A43B-40F6-8CD8-535D1652E4E3}" type="pres">
      <dgm:prSet presAssocID="{FB71EF11-3151-4159-9E1D-21A64882D78B}" presName="connectorText" presStyleLbl="sibTrans1D1" presStyleIdx="2" presStyleCnt="8"/>
      <dgm:spPr/>
    </dgm:pt>
    <dgm:pt modelId="{805E85CF-34B6-47E4-90E5-0B215B9849F1}" type="pres">
      <dgm:prSet presAssocID="{131EA46F-983A-43AD-AC7D-7D626D5DA228}" presName="node" presStyleLbl="node1" presStyleIdx="3" presStyleCnt="9">
        <dgm:presLayoutVars>
          <dgm:bulletEnabled val="1"/>
        </dgm:presLayoutVars>
      </dgm:prSet>
      <dgm:spPr/>
    </dgm:pt>
    <dgm:pt modelId="{6A9EB6F2-85F2-48CF-9812-99C9B7488460}" type="pres">
      <dgm:prSet presAssocID="{46F14F35-D8CD-4CFC-B236-BD29C53C1393}" presName="sibTrans" presStyleLbl="sibTrans1D1" presStyleIdx="3" presStyleCnt="8"/>
      <dgm:spPr/>
    </dgm:pt>
    <dgm:pt modelId="{37833B50-022C-44B2-9723-ACA814F9ADEB}" type="pres">
      <dgm:prSet presAssocID="{46F14F35-D8CD-4CFC-B236-BD29C53C1393}" presName="connectorText" presStyleLbl="sibTrans1D1" presStyleIdx="3" presStyleCnt="8"/>
      <dgm:spPr/>
    </dgm:pt>
    <dgm:pt modelId="{7BEAF389-F5B5-44EF-B17B-ACBB51D6BFB2}" type="pres">
      <dgm:prSet presAssocID="{2ABA502C-A33D-4F63-A885-887735BD468F}" presName="node" presStyleLbl="node1" presStyleIdx="4" presStyleCnt="9">
        <dgm:presLayoutVars>
          <dgm:bulletEnabled val="1"/>
        </dgm:presLayoutVars>
      </dgm:prSet>
      <dgm:spPr/>
    </dgm:pt>
    <dgm:pt modelId="{12903484-B570-4B9D-920C-D21FCE1FF55B}" type="pres">
      <dgm:prSet presAssocID="{9F65CFD1-1452-43CD-B9D3-4338DC4BAB59}" presName="sibTrans" presStyleLbl="sibTrans1D1" presStyleIdx="4" presStyleCnt="8"/>
      <dgm:spPr/>
    </dgm:pt>
    <dgm:pt modelId="{30BF39E1-424F-40BA-A245-433E4DB2FD36}" type="pres">
      <dgm:prSet presAssocID="{9F65CFD1-1452-43CD-B9D3-4338DC4BAB59}" presName="connectorText" presStyleLbl="sibTrans1D1" presStyleIdx="4" presStyleCnt="8"/>
      <dgm:spPr/>
    </dgm:pt>
    <dgm:pt modelId="{FE8FB867-0992-4737-B510-E83106BCBA75}" type="pres">
      <dgm:prSet presAssocID="{FE03E916-EB1F-4FFF-977A-006820FA8E78}" presName="node" presStyleLbl="node1" presStyleIdx="5" presStyleCnt="9">
        <dgm:presLayoutVars>
          <dgm:bulletEnabled val="1"/>
        </dgm:presLayoutVars>
      </dgm:prSet>
      <dgm:spPr/>
    </dgm:pt>
    <dgm:pt modelId="{ACC45780-C50D-4053-AE31-23DCC2C940E5}" type="pres">
      <dgm:prSet presAssocID="{2EF35AED-6084-45AE-A478-97CB5C8244E2}" presName="sibTrans" presStyleLbl="sibTrans1D1" presStyleIdx="5" presStyleCnt="8"/>
      <dgm:spPr/>
    </dgm:pt>
    <dgm:pt modelId="{60870C5A-4686-4523-B494-8DBA9D82506D}" type="pres">
      <dgm:prSet presAssocID="{2EF35AED-6084-45AE-A478-97CB5C8244E2}" presName="connectorText" presStyleLbl="sibTrans1D1" presStyleIdx="5" presStyleCnt="8"/>
      <dgm:spPr/>
    </dgm:pt>
    <dgm:pt modelId="{45F21A9A-D822-4604-AD5D-452A8F77BDC4}" type="pres">
      <dgm:prSet presAssocID="{A12BCA74-3726-469B-A45F-F90278B0C47B}" presName="node" presStyleLbl="node1" presStyleIdx="6" presStyleCnt="9">
        <dgm:presLayoutVars>
          <dgm:bulletEnabled val="1"/>
        </dgm:presLayoutVars>
      </dgm:prSet>
      <dgm:spPr/>
    </dgm:pt>
    <dgm:pt modelId="{EB2FD1AD-69A5-4E4D-A458-85FF37A184AF}" type="pres">
      <dgm:prSet presAssocID="{08E2C32A-3799-47B1-AC00-1CF8ED8CD8FD}" presName="sibTrans" presStyleLbl="sibTrans1D1" presStyleIdx="6" presStyleCnt="8"/>
      <dgm:spPr/>
    </dgm:pt>
    <dgm:pt modelId="{FFAF76F0-23E2-4DCC-A64B-35FEF1517BB1}" type="pres">
      <dgm:prSet presAssocID="{08E2C32A-3799-47B1-AC00-1CF8ED8CD8FD}" presName="connectorText" presStyleLbl="sibTrans1D1" presStyleIdx="6" presStyleCnt="8"/>
      <dgm:spPr/>
    </dgm:pt>
    <dgm:pt modelId="{D0CC80EA-FEC9-4A9A-B7CD-A82375AD3CFC}" type="pres">
      <dgm:prSet presAssocID="{6906E847-437C-45D0-9135-B05E5078D38D}" presName="node" presStyleLbl="node1" presStyleIdx="7" presStyleCnt="9">
        <dgm:presLayoutVars>
          <dgm:bulletEnabled val="1"/>
        </dgm:presLayoutVars>
      </dgm:prSet>
      <dgm:spPr/>
    </dgm:pt>
    <dgm:pt modelId="{78C3E3AA-DDA1-4C3F-82DC-D3A3B7833D0F}" type="pres">
      <dgm:prSet presAssocID="{8867D9F6-8535-4D84-A27A-3C4E5B6330BB}" presName="sibTrans" presStyleLbl="sibTrans1D1" presStyleIdx="7" presStyleCnt="8"/>
      <dgm:spPr/>
    </dgm:pt>
    <dgm:pt modelId="{94F93F82-6AFB-4DD4-809E-425355100E01}" type="pres">
      <dgm:prSet presAssocID="{8867D9F6-8535-4D84-A27A-3C4E5B6330BB}" presName="connectorText" presStyleLbl="sibTrans1D1" presStyleIdx="7" presStyleCnt="8"/>
      <dgm:spPr/>
    </dgm:pt>
    <dgm:pt modelId="{CFAC9FFB-E435-4CFF-BB50-B088F7C2A12E}" type="pres">
      <dgm:prSet presAssocID="{4167464D-1CC5-4CEC-80AE-7D942502BE3A}" presName="node" presStyleLbl="node1" presStyleIdx="8" presStyleCnt="9">
        <dgm:presLayoutVars>
          <dgm:bulletEnabled val="1"/>
        </dgm:presLayoutVars>
      </dgm:prSet>
      <dgm:spPr/>
    </dgm:pt>
  </dgm:ptLst>
  <dgm:cxnLst>
    <dgm:cxn modelId="{B12B2102-6678-4E60-B891-F646F5316A5C}" srcId="{9E1D39FA-3620-4074-A672-B5769B587179}" destId="{4167464D-1CC5-4CEC-80AE-7D942502BE3A}" srcOrd="8" destOrd="0" parTransId="{8A7EEA81-AF6A-467A-B4E4-CB8BC39FD62F}" sibTransId="{8A76CB9B-DF1F-4DB0-9B04-C412A13C9784}"/>
    <dgm:cxn modelId="{90234002-291E-47D4-B159-7D023CEEE751}" srcId="{9E1D39FA-3620-4074-A672-B5769B587179}" destId="{6906E847-437C-45D0-9135-B05E5078D38D}" srcOrd="7" destOrd="0" parTransId="{BA9835B4-ABF1-4D7C-A55F-6AE405F0F1FE}" sibTransId="{8867D9F6-8535-4D84-A27A-3C4E5B6330BB}"/>
    <dgm:cxn modelId="{61819502-8776-4BC3-8AB2-BD640A8F8586}" srcId="{9E1D39FA-3620-4074-A672-B5769B587179}" destId="{131EA46F-983A-43AD-AC7D-7D626D5DA228}" srcOrd="3" destOrd="0" parTransId="{B501ECF8-0D81-45FB-BAA1-8068132205FB}" sibTransId="{46F14F35-D8CD-4CFC-B236-BD29C53C1393}"/>
    <dgm:cxn modelId="{9CA4D308-B1A9-48BE-8636-5D91B2AEDA04}" type="presOf" srcId="{FB71EF11-3151-4159-9E1D-21A64882D78B}" destId="{D2CA1156-A43B-40F6-8CD8-535D1652E4E3}" srcOrd="1" destOrd="0" presId="urn:microsoft.com/office/officeart/2016/7/layout/RepeatingBendingProcessNew"/>
    <dgm:cxn modelId="{39F6D30D-B39C-42C3-8B8C-71762EA0A5F9}" srcId="{9E1D39FA-3620-4074-A672-B5769B587179}" destId="{5B285F2A-EDCB-41FE-8681-DB684FC880FD}" srcOrd="1" destOrd="0" parTransId="{3219BA61-1FCA-4855-A0EA-144FAD618BB5}" sibTransId="{B61CB3EB-248B-41D2-8C7C-8231E873ACE7}"/>
    <dgm:cxn modelId="{6A487710-B77F-446E-A55F-4EB26404AD80}" type="presOf" srcId="{2ABA502C-A33D-4F63-A885-887735BD468F}" destId="{7BEAF389-F5B5-44EF-B17B-ACBB51D6BFB2}" srcOrd="0" destOrd="0" presId="urn:microsoft.com/office/officeart/2016/7/layout/RepeatingBendingProcessNew"/>
    <dgm:cxn modelId="{DB559E1C-DDB5-4B35-97B9-0EAD14FE42C6}" srcId="{9E1D39FA-3620-4074-A672-B5769B587179}" destId="{A12BCA74-3726-469B-A45F-F90278B0C47B}" srcOrd="6" destOrd="0" parTransId="{B79B8549-1A76-4CFD-BD70-E2181B9F3A1B}" sibTransId="{08E2C32A-3799-47B1-AC00-1CF8ED8CD8FD}"/>
    <dgm:cxn modelId="{8A638422-61AA-4009-9301-0365C21453D6}" srcId="{9E1D39FA-3620-4074-A672-B5769B587179}" destId="{5A8C93C1-0E4C-4F34-AA9A-9175D91903B1}" srcOrd="0" destOrd="0" parTransId="{A7B00147-C803-425E-89B5-D3E5754AFF02}" sibTransId="{FC859502-CE51-4763-9D0D-D78044B97528}"/>
    <dgm:cxn modelId="{EB3C0823-8306-492D-9016-F034F14589A2}" type="presOf" srcId="{A12BCA74-3726-469B-A45F-F90278B0C47B}" destId="{45F21A9A-D822-4604-AD5D-452A8F77BDC4}" srcOrd="0" destOrd="0" presId="urn:microsoft.com/office/officeart/2016/7/layout/RepeatingBendingProcessNew"/>
    <dgm:cxn modelId="{C871932F-2228-487C-8C58-9190AA614360}" type="presOf" srcId="{46F14F35-D8CD-4CFC-B236-BD29C53C1393}" destId="{6A9EB6F2-85F2-48CF-9812-99C9B7488460}" srcOrd="0" destOrd="0" presId="urn:microsoft.com/office/officeart/2016/7/layout/RepeatingBendingProcessNew"/>
    <dgm:cxn modelId="{F290AD32-D17B-44AB-91B6-8F4955BE96AE}" type="presOf" srcId="{08E2C32A-3799-47B1-AC00-1CF8ED8CD8FD}" destId="{FFAF76F0-23E2-4DCC-A64B-35FEF1517BB1}" srcOrd="1" destOrd="0" presId="urn:microsoft.com/office/officeart/2016/7/layout/RepeatingBendingProcessNew"/>
    <dgm:cxn modelId="{47F5E232-008A-4268-8C4E-A7DE18FE794E}" type="presOf" srcId="{6906E847-437C-45D0-9135-B05E5078D38D}" destId="{D0CC80EA-FEC9-4A9A-B7CD-A82375AD3CFC}" srcOrd="0" destOrd="0" presId="urn:microsoft.com/office/officeart/2016/7/layout/RepeatingBendingProcessNew"/>
    <dgm:cxn modelId="{0A247241-353D-472D-8035-4406A2696835}" type="presOf" srcId="{5A8C93C1-0E4C-4F34-AA9A-9175D91903B1}" destId="{670F470E-2A8C-4EA5-A414-E323CD1A61B3}" srcOrd="0" destOrd="0" presId="urn:microsoft.com/office/officeart/2016/7/layout/RepeatingBendingProcessNew"/>
    <dgm:cxn modelId="{EEF6D461-73A4-4594-AA50-48954791B2BF}" type="presOf" srcId="{2EF35AED-6084-45AE-A478-97CB5C8244E2}" destId="{60870C5A-4686-4523-B494-8DBA9D82506D}" srcOrd="1" destOrd="0" presId="urn:microsoft.com/office/officeart/2016/7/layout/RepeatingBendingProcessNew"/>
    <dgm:cxn modelId="{27420C68-32F0-4C35-A669-8D561F21BC1E}" type="presOf" srcId="{FC859502-CE51-4763-9D0D-D78044B97528}" destId="{8D786CEB-7804-4AAD-A627-6464D7BF39DA}" srcOrd="0" destOrd="0" presId="urn:microsoft.com/office/officeart/2016/7/layout/RepeatingBendingProcessNew"/>
    <dgm:cxn modelId="{731DED48-FE2E-4A7C-86C6-6E5D29E4B9F3}" type="presOf" srcId="{08E2C32A-3799-47B1-AC00-1CF8ED8CD8FD}" destId="{EB2FD1AD-69A5-4E4D-A458-85FF37A184AF}" srcOrd="0" destOrd="0" presId="urn:microsoft.com/office/officeart/2016/7/layout/RepeatingBendingProcessNew"/>
    <dgm:cxn modelId="{F16EF34D-94E8-4F91-A7A3-55E195B01E9E}" type="presOf" srcId="{FC859502-CE51-4763-9D0D-D78044B97528}" destId="{EC785799-4CB9-4B78-97DB-BB89E03E2C02}" srcOrd="1" destOrd="0" presId="urn:microsoft.com/office/officeart/2016/7/layout/RepeatingBendingProcessNew"/>
    <dgm:cxn modelId="{0CE85D51-1FE5-4E8A-81CE-0CA7699EA78F}" srcId="{9E1D39FA-3620-4074-A672-B5769B587179}" destId="{FE03E916-EB1F-4FFF-977A-006820FA8E78}" srcOrd="5" destOrd="0" parTransId="{2EB6E968-4A81-4396-9BBE-57930EA24FB8}" sibTransId="{2EF35AED-6084-45AE-A478-97CB5C8244E2}"/>
    <dgm:cxn modelId="{B3441A76-F8DA-4AA6-92F6-A3360D081759}" type="presOf" srcId="{131EA46F-983A-43AD-AC7D-7D626D5DA228}" destId="{805E85CF-34B6-47E4-90E5-0B215B9849F1}" srcOrd="0" destOrd="0" presId="urn:microsoft.com/office/officeart/2016/7/layout/RepeatingBendingProcessNew"/>
    <dgm:cxn modelId="{4E390859-D903-4C1C-9559-2921EE943B1D}" type="presOf" srcId="{5B285F2A-EDCB-41FE-8681-DB684FC880FD}" destId="{DCF07729-7882-4E6B-931B-393EDD4693FD}" srcOrd="0" destOrd="0" presId="urn:microsoft.com/office/officeart/2016/7/layout/RepeatingBendingProcessNew"/>
    <dgm:cxn modelId="{B069B689-4553-457B-95A8-225FEC4706AF}" type="presOf" srcId="{2EF35AED-6084-45AE-A478-97CB5C8244E2}" destId="{ACC45780-C50D-4053-AE31-23DCC2C940E5}" srcOrd="0" destOrd="0" presId="urn:microsoft.com/office/officeart/2016/7/layout/RepeatingBendingProcessNew"/>
    <dgm:cxn modelId="{E95A008E-620E-4713-8094-02F24975505E}" type="presOf" srcId="{9F65CFD1-1452-43CD-B9D3-4338DC4BAB59}" destId="{12903484-B570-4B9D-920C-D21FCE1FF55B}" srcOrd="0" destOrd="0" presId="urn:microsoft.com/office/officeart/2016/7/layout/RepeatingBendingProcessNew"/>
    <dgm:cxn modelId="{8BCC4E97-1E5A-472F-961C-A33AA1211B74}" type="presOf" srcId="{8867D9F6-8535-4D84-A27A-3C4E5B6330BB}" destId="{94F93F82-6AFB-4DD4-809E-425355100E01}" srcOrd="1" destOrd="0" presId="urn:microsoft.com/office/officeart/2016/7/layout/RepeatingBendingProcessNew"/>
    <dgm:cxn modelId="{1708109B-4CEE-41A4-AE33-8292C34E2035}" type="presOf" srcId="{FE03E916-EB1F-4FFF-977A-006820FA8E78}" destId="{FE8FB867-0992-4737-B510-E83106BCBA75}" srcOrd="0" destOrd="0" presId="urn:microsoft.com/office/officeart/2016/7/layout/RepeatingBendingProcessNew"/>
    <dgm:cxn modelId="{AF0117A4-2A49-40B6-A1AA-BFD44CC4B721}" type="presOf" srcId="{257C57D1-34B5-4E0E-B9CA-B2584D1BFBC9}" destId="{8DC315C7-090E-4241-9957-BF195EDE31F4}" srcOrd="0" destOrd="0" presId="urn:microsoft.com/office/officeart/2016/7/layout/RepeatingBendingProcessNew"/>
    <dgm:cxn modelId="{6E63DEA8-EA74-4865-8B96-FAE32A635FE0}" type="presOf" srcId="{8867D9F6-8535-4D84-A27A-3C4E5B6330BB}" destId="{78C3E3AA-DDA1-4C3F-82DC-D3A3B7833D0F}" srcOrd="0" destOrd="0" presId="urn:microsoft.com/office/officeart/2016/7/layout/RepeatingBendingProcessNew"/>
    <dgm:cxn modelId="{36DF02B6-8FCB-43D6-AF4F-A22FCA35A64A}" type="presOf" srcId="{4167464D-1CC5-4CEC-80AE-7D942502BE3A}" destId="{CFAC9FFB-E435-4CFF-BB50-B088F7C2A12E}" srcOrd="0" destOrd="0" presId="urn:microsoft.com/office/officeart/2016/7/layout/RepeatingBendingProcessNew"/>
    <dgm:cxn modelId="{905A10CB-93CB-4D7A-BD3B-E8AF394F037A}" srcId="{9E1D39FA-3620-4074-A672-B5769B587179}" destId="{2ABA502C-A33D-4F63-A885-887735BD468F}" srcOrd="4" destOrd="0" parTransId="{87337511-82A2-439C-9F8B-8D31FB77A870}" sibTransId="{9F65CFD1-1452-43CD-B9D3-4338DC4BAB59}"/>
    <dgm:cxn modelId="{9713BEDD-155E-49E8-934C-39BAC30DCA77}" type="presOf" srcId="{9F65CFD1-1452-43CD-B9D3-4338DC4BAB59}" destId="{30BF39E1-424F-40BA-A245-433E4DB2FD36}" srcOrd="1" destOrd="0" presId="urn:microsoft.com/office/officeart/2016/7/layout/RepeatingBendingProcessNew"/>
    <dgm:cxn modelId="{F88704DF-4C52-44E7-BBDB-E119ECB406F1}" srcId="{9E1D39FA-3620-4074-A672-B5769B587179}" destId="{257C57D1-34B5-4E0E-B9CA-B2584D1BFBC9}" srcOrd="2" destOrd="0" parTransId="{AE4ACD68-F0F9-409D-8AB1-4E4C314033F6}" sibTransId="{FB71EF11-3151-4159-9E1D-21A64882D78B}"/>
    <dgm:cxn modelId="{A0DEE5DF-1612-450D-B191-476E55465DD1}" type="presOf" srcId="{B61CB3EB-248B-41D2-8C7C-8231E873ACE7}" destId="{D28F2904-D4B0-4BFE-8D11-DF8EA4A8D83A}" srcOrd="0" destOrd="0" presId="urn:microsoft.com/office/officeart/2016/7/layout/RepeatingBendingProcessNew"/>
    <dgm:cxn modelId="{1711A4E6-026F-49FC-96F4-F51A84E0BB33}" type="presOf" srcId="{B61CB3EB-248B-41D2-8C7C-8231E873ACE7}" destId="{51D5E467-24C1-43C3-948A-C87EF3CC7707}" srcOrd="1" destOrd="0" presId="urn:microsoft.com/office/officeart/2016/7/layout/RepeatingBendingProcessNew"/>
    <dgm:cxn modelId="{C2001AE7-C290-426D-BA5F-351C87E1678B}" type="presOf" srcId="{46F14F35-D8CD-4CFC-B236-BD29C53C1393}" destId="{37833B50-022C-44B2-9723-ACA814F9ADEB}" srcOrd="1" destOrd="0" presId="urn:microsoft.com/office/officeart/2016/7/layout/RepeatingBendingProcessNew"/>
    <dgm:cxn modelId="{C93960E9-2785-4E7A-8B9B-379D732B034C}" type="presOf" srcId="{9E1D39FA-3620-4074-A672-B5769B587179}" destId="{D15B6BF6-EBDA-4E06-A533-7AB740503BC9}" srcOrd="0" destOrd="0" presId="urn:microsoft.com/office/officeart/2016/7/layout/RepeatingBendingProcessNew"/>
    <dgm:cxn modelId="{1E5F1DFA-5D3B-4BDB-AC82-D8E533056A78}" type="presOf" srcId="{FB71EF11-3151-4159-9E1D-21A64882D78B}" destId="{75216014-B871-4492-8015-3A1C525FE749}" srcOrd="0" destOrd="0" presId="urn:microsoft.com/office/officeart/2016/7/layout/RepeatingBendingProcessNew"/>
    <dgm:cxn modelId="{203E93C8-C606-4A7C-AE29-0264D175B77A}" type="presParOf" srcId="{D15B6BF6-EBDA-4E06-A533-7AB740503BC9}" destId="{670F470E-2A8C-4EA5-A414-E323CD1A61B3}" srcOrd="0" destOrd="0" presId="urn:microsoft.com/office/officeart/2016/7/layout/RepeatingBendingProcessNew"/>
    <dgm:cxn modelId="{0D9E0472-8FDA-4FAF-A960-61497B922E9E}" type="presParOf" srcId="{D15B6BF6-EBDA-4E06-A533-7AB740503BC9}" destId="{8D786CEB-7804-4AAD-A627-6464D7BF39DA}" srcOrd="1" destOrd="0" presId="urn:microsoft.com/office/officeart/2016/7/layout/RepeatingBendingProcessNew"/>
    <dgm:cxn modelId="{EE332AC8-2E00-4FE5-A4FD-B2AE32E82080}" type="presParOf" srcId="{8D786CEB-7804-4AAD-A627-6464D7BF39DA}" destId="{EC785799-4CB9-4B78-97DB-BB89E03E2C02}" srcOrd="0" destOrd="0" presId="urn:microsoft.com/office/officeart/2016/7/layout/RepeatingBendingProcessNew"/>
    <dgm:cxn modelId="{C88CC24D-087E-4912-B4B2-CF431B7B734E}" type="presParOf" srcId="{D15B6BF6-EBDA-4E06-A533-7AB740503BC9}" destId="{DCF07729-7882-4E6B-931B-393EDD4693FD}" srcOrd="2" destOrd="0" presId="urn:microsoft.com/office/officeart/2016/7/layout/RepeatingBendingProcessNew"/>
    <dgm:cxn modelId="{01974FD2-9F3C-4275-9031-88EBA7DCF7DD}" type="presParOf" srcId="{D15B6BF6-EBDA-4E06-A533-7AB740503BC9}" destId="{D28F2904-D4B0-4BFE-8D11-DF8EA4A8D83A}" srcOrd="3" destOrd="0" presId="urn:microsoft.com/office/officeart/2016/7/layout/RepeatingBendingProcessNew"/>
    <dgm:cxn modelId="{121F22F6-A23E-4E9F-BEDD-123DAE050B8E}" type="presParOf" srcId="{D28F2904-D4B0-4BFE-8D11-DF8EA4A8D83A}" destId="{51D5E467-24C1-43C3-948A-C87EF3CC7707}" srcOrd="0" destOrd="0" presId="urn:microsoft.com/office/officeart/2016/7/layout/RepeatingBendingProcessNew"/>
    <dgm:cxn modelId="{57B2218F-1835-4000-B9D2-7A8BDFBAE9F1}" type="presParOf" srcId="{D15B6BF6-EBDA-4E06-A533-7AB740503BC9}" destId="{8DC315C7-090E-4241-9957-BF195EDE31F4}" srcOrd="4" destOrd="0" presId="urn:microsoft.com/office/officeart/2016/7/layout/RepeatingBendingProcessNew"/>
    <dgm:cxn modelId="{DEC3BADC-4391-46BA-91EF-BB83DD304AAC}" type="presParOf" srcId="{D15B6BF6-EBDA-4E06-A533-7AB740503BC9}" destId="{75216014-B871-4492-8015-3A1C525FE749}" srcOrd="5" destOrd="0" presId="urn:microsoft.com/office/officeart/2016/7/layout/RepeatingBendingProcessNew"/>
    <dgm:cxn modelId="{90DAF8F5-9124-4129-AC7C-6599432B2677}" type="presParOf" srcId="{75216014-B871-4492-8015-3A1C525FE749}" destId="{D2CA1156-A43B-40F6-8CD8-535D1652E4E3}" srcOrd="0" destOrd="0" presId="urn:microsoft.com/office/officeart/2016/7/layout/RepeatingBendingProcessNew"/>
    <dgm:cxn modelId="{40879649-9BBC-4076-9C3F-3BCD8FD9902F}" type="presParOf" srcId="{D15B6BF6-EBDA-4E06-A533-7AB740503BC9}" destId="{805E85CF-34B6-47E4-90E5-0B215B9849F1}" srcOrd="6" destOrd="0" presId="urn:microsoft.com/office/officeart/2016/7/layout/RepeatingBendingProcessNew"/>
    <dgm:cxn modelId="{66DEB286-FA91-435B-9304-D4A95847222B}" type="presParOf" srcId="{D15B6BF6-EBDA-4E06-A533-7AB740503BC9}" destId="{6A9EB6F2-85F2-48CF-9812-99C9B7488460}" srcOrd="7" destOrd="0" presId="urn:microsoft.com/office/officeart/2016/7/layout/RepeatingBendingProcessNew"/>
    <dgm:cxn modelId="{50966E24-CF75-4A1D-8A89-C865A7C28BBB}" type="presParOf" srcId="{6A9EB6F2-85F2-48CF-9812-99C9B7488460}" destId="{37833B50-022C-44B2-9723-ACA814F9ADEB}" srcOrd="0" destOrd="0" presId="urn:microsoft.com/office/officeart/2016/7/layout/RepeatingBendingProcessNew"/>
    <dgm:cxn modelId="{9F4B0440-D0E8-4C7E-9D8C-9260820CAFC0}" type="presParOf" srcId="{D15B6BF6-EBDA-4E06-A533-7AB740503BC9}" destId="{7BEAF389-F5B5-44EF-B17B-ACBB51D6BFB2}" srcOrd="8" destOrd="0" presId="urn:microsoft.com/office/officeart/2016/7/layout/RepeatingBendingProcessNew"/>
    <dgm:cxn modelId="{3839FA3B-6E4B-40B4-BBAE-C740642D4B46}" type="presParOf" srcId="{D15B6BF6-EBDA-4E06-A533-7AB740503BC9}" destId="{12903484-B570-4B9D-920C-D21FCE1FF55B}" srcOrd="9" destOrd="0" presId="urn:microsoft.com/office/officeart/2016/7/layout/RepeatingBendingProcessNew"/>
    <dgm:cxn modelId="{082CF151-142B-4117-A299-2ED4676ABEAF}" type="presParOf" srcId="{12903484-B570-4B9D-920C-D21FCE1FF55B}" destId="{30BF39E1-424F-40BA-A245-433E4DB2FD36}" srcOrd="0" destOrd="0" presId="urn:microsoft.com/office/officeart/2016/7/layout/RepeatingBendingProcessNew"/>
    <dgm:cxn modelId="{99D122DD-3BCE-48BA-8339-585D9D19DA04}" type="presParOf" srcId="{D15B6BF6-EBDA-4E06-A533-7AB740503BC9}" destId="{FE8FB867-0992-4737-B510-E83106BCBA75}" srcOrd="10" destOrd="0" presId="urn:microsoft.com/office/officeart/2016/7/layout/RepeatingBendingProcessNew"/>
    <dgm:cxn modelId="{0D39F163-6BA6-4110-A066-7586AE6603E0}" type="presParOf" srcId="{D15B6BF6-EBDA-4E06-A533-7AB740503BC9}" destId="{ACC45780-C50D-4053-AE31-23DCC2C940E5}" srcOrd="11" destOrd="0" presId="urn:microsoft.com/office/officeart/2016/7/layout/RepeatingBendingProcessNew"/>
    <dgm:cxn modelId="{8B4CA7D9-66A2-4E70-8352-F8DD4B354285}" type="presParOf" srcId="{ACC45780-C50D-4053-AE31-23DCC2C940E5}" destId="{60870C5A-4686-4523-B494-8DBA9D82506D}" srcOrd="0" destOrd="0" presId="urn:microsoft.com/office/officeart/2016/7/layout/RepeatingBendingProcessNew"/>
    <dgm:cxn modelId="{365FD407-5C41-456F-A4AE-749C072C310B}" type="presParOf" srcId="{D15B6BF6-EBDA-4E06-A533-7AB740503BC9}" destId="{45F21A9A-D822-4604-AD5D-452A8F77BDC4}" srcOrd="12" destOrd="0" presId="urn:microsoft.com/office/officeart/2016/7/layout/RepeatingBendingProcessNew"/>
    <dgm:cxn modelId="{4E261951-8947-40C8-A7CE-DDD2703402D8}" type="presParOf" srcId="{D15B6BF6-EBDA-4E06-A533-7AB740503BC9}" destId="{EB2FD1AD-69A5-4E4D-A458-85FF37A184AF}" srcOrd="13" destOrd="0" presId="urn:microsoft.com/office/officeart/2016/7/layout/RepeatingBendingProcessNew"/>
    <dgm:cxn modelId="{7F40182F-1310-408C-957D-A63707066A04}" type="presParOf" srcId="{EB2FD1AD-69A5-4E4D-A458-85FF37A184AF}" destId="{FFAF76F0-23E2-4DCC-A64B-35FEF1517BB1}" srcOrd="0" destOrd="0" presId="urn:microsoft.com/office/officeart/2016/7/layout/RepeatingBendingProcessNew"/>
    <dgm:cxn modelId="{71B387B0-0E99-407A-9E44-FDA0932EAAF6}" type="presParOf" srcId="{D15B6BF6-EBDA-4E06-A533-7AB740503BC9}" destId="{D0CC80EA-FEC9-4A9A-B7CD-A82375AD3CFC}" srcOrd="14" destOrd="0" presId="urn:microsoft.com/office/officeart/2016/7/layout/RepeatingBendingProcessNew"/>
    <dgm:cxn modelId="{170B49BB-AB52-40B0-B124-970B3131F8C5}" type="presParOf" srcId="{D15B6BF6-EBDA-4E06-A533-7AB740503BC9}" destId="{78C3E3AA-DDA1-4C3F-82DC-D3A3B7833D0F}" srcOrd="15" destOrd="0" presId="urn:microsoft.com/office/officeart/2016/7/layout/RepeatingBendingProcessNew"/>
    <dgm:cxn modelId="{D3F97CE9-EE57-45CF-A464-29DC801077B8}" type="presParOf" srcId="{78C3E3AA-DDA1-4C3F-82DC-D3A3B7833D0F}" destId="{94F93F82-6AFB-4DD4-809E-425355100E01}" srcOrd="0" destOrd="0" presId="urn:microsoft.com/office/officeart/2016/7/layout/RepeatingBendingProcessNew"/>
    <dgm:cxn modelId="{33AE95C2-6653-4A42-BE0D-F85858122AB8}" type="presParOf" srcId="{D15B6BF6-EBDA-4E06-A533-7AB740503BC9}" destId="{CFAC9FFB-E435-4CFF-BB50-B088F7C2A12E}" srcOrd="16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5BBE306-F143-4448-B63A-562EA14D6638}" type="doc">
      <dgm:prSet loTypeId="urn:microsoft.com/office/officeart/2016/7/layout/RepeatingBendingProcessNew" loCatId="process" qsTypeId="urn:microsoft.com/office/officeart/2005/8/quickstyle/simple1" qsCatId="simple" csTypeId="urn:microsoft.com/office/officeart/2005/8/colors/accent3_2" csCatId="accent3" phldr="1"/>
      <dgm:spPr/>
      <dgm:t>
        <a:bodyPr/>
        <a:lstStyle/>
        <a:p>
          <a:endParaRPr lang="en-US"/>
        </a:p>
      </dgm:t>
    </dgm:pt>
    <dgm:pt modelId="{DB81B5C4-9A5C-4F45-B37E-B25DDCD0858F}">
      <dgm:prSet/>
      <dgm:spPr/>
      <dgm:t>
        <a:bodyPr/>
        <a:lstStyle/>
        <a:p>
          <a:r>
            <a:rPr lang="en-US" b="0" i="0"/>
            <a:t>Student Makes Decision</a:t>
          </a:r>
          <a:endParaRPr lang="en-US"/>
        </a:p>
      </dgm:t>
    </dgm:pt>
    <dgm:pt modelId="{4CACAC7F-BEEC-484A-B21B-54982DA1CD82}" type="parTrans" cxnId="{0A7DA60C-AE42-4A25-94A9-9FA53056D71C}">
      <dgm:prSet/>
      <dgm:spPr/>
      <dgm:t>
        <a:bodyPr/>
        <a:lstStyle/>
        <a:p>
          <a:endParaRPr lang="en-US"/>
        </a:p>
      </dgm:t>
    </dgm:pt>
    <dgm:pt modelId="{03307A9A-4170-427E-B2B2-D1411798D01D}" type="sibTrans" cxnId="{0A7DA60C-AE42-4A25-94A9-9FA53056D71C}">
      <dgm:prSet/>
      <dgm:spPr/>
      <dgm:t>
        <a:bodyPr/>
        <a:lstStyle/>
        <a:p>
          <a:endParaRPr lang="en-US"/>
        </a:p>
      </dgm:t>
    </dgm:pt>
    <dgm:pt modelId="{55AC11E0-9937-4CEF-820E-2584C94A32EF}">
      <dgm:prSet/>
      <dgm:spPr/>
      <dgm:t>
        <a:bodyPr/>
        <a:lstStyle/>
        <a:p>
          <a:r>
            <a:rPr lang="en-US" b="0" i="0" dirty="0"/>
            <a:t>AI Analyzes: Correct/Incorrect + Reasoning Quality</a:t>
          </a:r>
          <a:endParaRPr lang="en-US" dirty="0"/>
        </a:p>
      </dgm:t>
    </dgm:pt>
    <dgm:pt modelId="{B20FBA9D-9C36-4B7C-AF6E-832F7039B62B}" type="parTrans" cxnId="{B13DA249-7461-4F5C-B4F6-A243F892766D}">
      <dgm:prSet/>
      <dgm:spPr/>
      <dgm:t>
        <a:bodyPr/>
        <a:lstStyle/>
        <a:p>
          <a:endParaRPr lang="en-US"/>
        </a:p>
      </dgm:t>
    </dgm:pt>
    <dgm:pt modelId="{DFF37613-09C8-4178-BE4C-B17EA2AC73A0}" type="sibTrans" cxnId="{B13DA249-7461-4F5C-B4F6-A243F892766D}">
      <dgm:prSet/>
      <dgm:spPr/>
      <dgm:t>
        <a:bodyPr/>
        <a:lstStyle/>
        <a:p>
          <a:endParaRPr lang="en-US"/>
        </a:p>
      </dgm:t>
    </dgm:pt>
    <dgm:pt modelId="{E18C388B-9C42-476D-8C95-9F32FB4B025B}">
      <dgm:prSet/>
      <dgm:spPr/>
      <dgm:t>
        <a:bodyPr/>
        <a:lstStyle/>
        <a:p>
          <a:pPr algn="l"/>
          <a:r>
            <a:rPr lang="en-US" b="0" i="0" dirty="0"/>
            <a:t>Follow-up Responses:</a:t>
          </a:r>
        </a:p>
        <a:p>
          <a:pPr algn="l"/>
          <a:r>
            <a:rPr lang="en-US" b="0" i="0" dirty="0"/>
            <a:t>Reinforce</a:t>
          </a:r>
        </a:p>
        <a:p>
          <a:pPr algn="l"/>
          <a:r>
            <a:rPr lang="en-US" b="0" i="0" dirty="0"/>
            <a:t>Guide</a:t>
          </a:r>
        </a:p>
        <a:p>
          <a:pPr algn="l"/>
          <a:r>
            <a:rPr lang="en-US" b="0" i="0" dirty="0"/>
            <a:t>Provide Context</a:t>
          </a:r>
        </a:p>
        <a:p>
          <a:pPr algn="l"/>
          <a:r>
            <a:rPr lang="en-US" b="0" i="0" dirty="0"/>
            <a:t>Connect Protocols</a:t>
          </a:r>
          <a:endParaRPr lang="en-US" dirty="0"/>
        </a:p>
      </dgm:t>
    </dgm:pt>
    <dgm:pt modelId="{81086040-39DE-441F-A4C4-AB8D987E6965}" type="parTrans" cxnId="{A556AD88-3BAC-4671-95B6-907CFBEBF491}">
      <dgm:prSet/>
      <dgm:spPr/>
      <dgm:t>
        <a:bodyPr/>
        <a:lstStyle/>
        <a:p>
          <a:endParaRPr lang="en-US"/>
        </a:p>
      </dgm:t>
    </dgm:pt>
    <dgm:pt modelId="{B54555C8-98A6-47B2-902A-B685158B3460}" type="sibTrans" cxnId="{A556AD88-3BAC-4671-95B6-907CFBEBF491}">
      <dgm:prSet/>
      <dgm:spPr/>
      <dgm:t>
        <a:bodyPr/>
        <a:lstStyle/>
        <a:p>
          <a:endParaRPr lang="en-US"/>
        </a:p>
      </dgm:t>
    </dgm:pt>
    <dgm:pt modelId="{5BF9EC54-2C37-4D67-8B20-C8FD5315DFAF}">
      <dgm:prSet/>
      <dgm:spPr/>
      <dgm:t>
        <a:bodyPr/>
        <a:lstStyle/>
        <a:p>
          <a:r>
            <a:rPr lang="en-US" b="0" i="0" dirty="0"/>
            <a:t>Confirmation of Learning</a:t>
          </a:r>
          <a:endParaRPr lang="en-US" dirty="0"/>
        </a:p>
      </dgm:t>
    </dgm:pt>
    <dgm:pt modelId="{E967A665-1FD7-4DA2-A856-9696B8F446DC}" type="parTrans" cxnId="{FCF8FB70-95F1-4F52-B357-D4CB993BECEA}">
      <dgm:prSet/>
      <dgm:spPr/>
      <dgm:t>
        <a:bodyPr/>
        <a:lstStyle/>
        <a:p>
          <a:endParaRPr lang="en-US"/>
        </a:p>
      </dgm:t>
    </dgm:pt>
    <dgm:pt modelId="{2E00B115-CC68-4F5D-AD6C-49B07DD7E636}" type="sibTrans" cxnId="{FCF8FB70-95F1-4F52-B357-D4CB993BECEA}">
      <dgm:prSet/>
      <dgm:spPr/>
      <dgm:t>
        <a:bodyPr/>
        <a:lstStyle/>
        <a:p>
          <a:endParaRPr lang="en-US"/>
        </a:p>
      </dgm:t>
    </dgm:pt>
    <dgm:pt modelId="{C0702196-7435-4BE8-8C1E-593165D991A3}">
      <dgm:prSet/>
      <dgm:spPr/>
      <dgm:t>
        <a:bodyPr/>
        <a:lstStyle/>
        <a:p>
          <a:r>
            <a:rPr lang="en-US" b="0" i="0" dirty="0"/>
            <a:t>Continue or Advance Scenario</a:t>
          </a:r>
          <a:endParaRPr lang="en-US" dirty="0"/>
        </a:p>
      </dgm:t>
    </dgm:pt>
    <dgm:pt modelId="{96F8E038-54BA-4F85-8E94-9156467909EB}" type="parTrans" cxnId="{D76E9600-A35D-4D7B-B530-8C4FB9D48F9E}">
      <dgm:prSet/>
      <dgm:spPr/>
      <dgm:t>
        <a:bodyPr/>
        <a:lstStyle/>
        <a:p>
          <a:endParaRPr lang="en-US"/>
        </a:p>
      </dgm:t>
    </dgm:pt>
    <dgm:pt modelId="{D303DEA4-02A4-49ED-BF2D-D2F27419938F}" type="sibTrans" cxnId="{D76E9600-A35D-4D7B-B530-8C4FB9D48F9E}">
      <dgm:prSet/>
      <dgm:spPr/>
      <dgm:t>
        <a:bodyPr/>
        <a:lstStyle/>
        <a:p>
          <a:endParaRPr lang="en-US"/>
        </a:p>
      </dgm:t>
    </dgm:pt>
    <dgm:pt modelId="{B01B2B84-1709-4552-B5CB-D2E0DFD77AAF}">
      <dgm:prSet/>
      <dgm:spPr/>
      <dgm:t>
        <a:bodyPr/>
        <a:lstStyle/>
        <a:p>
          <a:r>
            <a:rPr lang="en-US" b="0" i="0" dirty="0"/>
            <a:t>AI Evaluates Understanding Level</a:t>
          </a:r>
          <a:endParaRPr lang="en-US" dirty="0"/>
        </a:p>
      </dgm:t>
    </dgm:pt>
    <dgm:pt modelId="{E8C3C0C9-6820-4C20-A5D8-3D9DEFF52587}" type="sibTrans" cxnId="{8559F812-AE2A-4C30-BB37-5FDABFBBE5F7}">
      <dgm:prSet/>
      <dgm:spPr/>
      <dgm:t>
        <a:bodyPr/>
        <a:lstStyle/>
        <a:p>
          <a:endParaRPr lang="en-US"/>
        </a:p>
      </dgm:t>
    </dgm:pt>
    <dgm:pt modelId="{32E5E792-8E25-4A9B-8345-23493BC795C4}" type="parTrans" cxnId="{8559F812-AE2A-4C30-BB37-5FDABFBBE5F7}">
      <dgm:prSet/>
      <dgm:spPr/>
      <dgm:t>
        <a:bodyPr/>
        <a:lstStyle/>
        <a:p>
          <a:endParaRPr lang="en-US"/>
        </a:p>
      </dgm:t>
    </dgm:pt>
    <dgm:pt modelId="{271EC987-62DE-44C5-BD4B-A1DDA9EF2309}">
      <dgm:prSet/>
      <dgm:spPr/>
      <dgm:t>
        <a:bodyPr/>
        <a:lstStyle/>
        <a:p>
          <a:r>
            <a:rPr lang="en-US" b="0" i="0" dirty="0"/>
            <a:t>Student Provides Reasoning</a:t>
          </a:r>
          <a:endParaRPr lang="en-US" dirty="0"/>
        </a:p>
      </dgm:t>
    </dgm:pt>
    <dgm:pt modelId="{52CE9590-3D97-4E47-BB01-D2316B3F9471}" type="sibTrans" cxnId="{4D8D2992-0D64-4E7E-81D5-D5DEED457E7C}">
      <dgm:prSet/>
      <dgm:spPr/>
      <dgm:t>
        <a:bodyPr/>
        <a:lstStyle/>
        <a:p>
          <a:endParaRPr lang="en-US"/>
        </a:p>
      </dgm:t>
    </dgm:pt>
    <dgm:pt modelId="{9BCD869A-0384-403F-9E27-4CA83FEA9042}" type="parTrans" cxnId="{4D8D2992-0D64-4E7E-81D5-D5DEED457E7C}">
      <dgm:prSet/>
      <dgm:spPr/>
      <dgm:t>
        <a:bodyPr/>
        <a:lstStyle/>
        <a:p>
          <a:endParaRPr lang="en-US"/>
        </a:p>
      </dgm:t>
    </dgm:pt>
    <dgm:pt modelId="{2C24254B-49F9-4B2F-A19C-41277B24FA6E}">
      <dgm:prSet/>
      <dgm:spPr/>
      <dgm:t>
        <a:bodyPr/>
        <a:lstStyle/>
        <a:p>
          <a:pPr algn="ctr"/>
          <a:r>
            <a:rPr lang="en-US" b="0" i="0" dirty="0"/>
            <a:t>AI Response Selection:</a:t>
          </a:r>
        </a:p>
        <a:p>
          <a:pPr algn="l"/>
          <a:r>
            <a:rPr lang="en-US" b="0" i="0" dirty="0"/>
            <a:t>If Correct: "What made you choose that approach?"
If Incorrect: "What factors are you considering?"
If Hesitant: "Talk me through your thinking process"
If Pattern Error: "I notice you often... Let's explore why</a:t>
          </a:r>
          <a:endParaRPr lang="en-US" dirty="0"/>
        </a:p>
      </dgm:t>
    </dgm:pt>
    <dgm:pt modelId="{0B90C9B5-2323-4998-B080-A925DA594FF4}" type="sibTrans" cxnId="{BFACB64C-7192-4ED6-BD3F-EC9C9A8D7AF2}">
      <dgm:prSet/>
      <dgm:spPr/>
      <dgm:t>
        <a:bodyPr/>
        <a:lstStyle/>
        <a:p>
          <a:endParaRPr lang="en-US"/>
        </a:p>
      </dgm:t>
    </dgm:pt>
    <dgm:pt modelId="{D599E58D-70F6-4ED9-B24B-E8C3ECF77D3F}" type="parTrans" cxnId="{BFACB64C-7192-4ED6-BD3F-EC9C9A8D7AF2}">
      <dgm:prSet/>
      <dgm:spPr/>
      <dgm:t>
        <a:bodyPr/>
        <a:lstStyle/>
        <a:p>
          <a:endParaRPr lang="en-US"/>
        </a:p>
      </dgm:t>
    </dgm:pt>
    <dgm:pt modelId="{BDCE5404-8C0D-4809-8ABB-25E97E07DBE8}" type="pres">
      <dgm:prSet presAssocID="{A5BBE306-F143-4448-B63A-562EA14D6638}" presName="Name0" presStyleCnt="0">
        <dgm:presLayoutVars>
          <dgm:dir/>
          <dgm:resizeHandles val="exact"/>
        </dgm:presLayoutVars>
      </dgm:prSet>
      <dgm:spPr/>
    </dgm:pt>
    <dgm:pt modelId="{EDAE41AF-2998-488D-892C-89A169C59256}" type="pres">
      <dgm:prSet presAssocID="{DB81B5C4-9A5C-4F45-B37E-B25DDCD0858F}" presName="node" presStyleLbl="node1" presStyleIdx="0" presStyleCnt="8">
        <dgm:presLayoutVars>
          <dgm:bulletEnabled val="1"/>
        </dgm:presLayoutVars>
      </dgm:prSet>
      <dgm:spPr/>
    </dgm:pt>
    <dgm:pt modelId="{7F2DD19E-B50D-4203-8694-BEC0838C29FD}" type="pres">
      <dgm:prSet presAssocID="{03307A9A-4170-427E-B2B2-D1411798D01D}" presName="sibTrans" presStyleLbl="sibTrans1D1" presStyleIdx="0" presStyleCnt="7"/>
      <dgm:spPr/>
    </dgm:pt>
    <dgm:pt modelId="{CE891F0C-1BCC-4F41-B64F-F7147D68C436}" type="pres">
      <dgm:prSet presAssocID="{03307A9A-4170-427E-B2B2-D1411798D01D}" presName="connectorText" presStyleLbl="sibTrans1D1" presStyleIdx="0" presStyleCnt="7"/>
      <dgm:spPr/>
    </dgm:pt>
    <dgm:pt modelId="{7596D72A-79B4-47E7-8097-F9A6DD985664}" type="pres">
      <dgm:prSet presAssocID="{55AC11E0-9937-4CEF-820E-2584C94A32EF}" presName="node" presStyleLbl="node1" presStyleIdx="1" presStyleCnt="8">
        <dgm:presLayoutVars>
          <dgm:bulletEnabled val="1"/>
        </dgm:presLayoutVars>
      </dgm:prSet>
      <dgm:spPr/>
    </dgm:pt>
    <dgm:pt modelId="{B271A35A-DF93-409E-82C3-365D1549B57E}" type="pres">
      <dgm:prSet presAssocID="{DFF37613-09C8-4178-BE4C-B17EA2AC73A0}" presName="sibTrans" presStyleLbl="sibTrans1D1" presStyleIdx="1" presStyleCnt="7"/>
      <dgm:spPr/>
    </dgm:pt>
    <dgm:pt modelId="{A5B2276F-A4EE-43E5-B75B-CC1EFEF9B265}" type="pres">
      <dgm:prSet presAssocID="{DFF37613-09C8-4178-BE4C-B17EA2AC73A0}" presName="connectorText" presStyleLbl="sibTrans1D1" presStyleIdx="1" presStyleCnt="7"/>
      <dgm:spPr/>
    </dgm:pt>
    <dgm:pt modelId="{A452D64C-A438-40D2-AB5C-B30B178FC7B1}" type="pres">
      <dgm:prSet presAssocID="{2C24254B-49F9-4B2F-A19C-41277B24FA6E}" presName="node" presStyleLbl="node1" presStyleIdx="2" presStyleCnt="8" custScaleX="221577" custScaleY="160248">
        <dgm:presLayoutVars>
          <dgm:bulletEnabled val="1"/>
        </dgm:presLayoutVars>
      </dgm:prSet>
      <dgm:spPr/>
    </dgm:pt>
    <dgm:pt modelId="{6EF6BA18-B320-43FE-96ED-BBF2BB2C8433}" type="pres">
      <dgm:prSet presAssocID="{0B90C9B5-2323-4998-B080-A925DA594FF4}" presName="sibTrans" presStyleLbl="sibTrans1D1" presStyleIdx="2" presStyleCnt="7"/>
      <dgm:spPr/>
    </dgm:pt>
    <dgm:pt modelId="{CDB51F9A-42E8-42DA-9779-9FC5B37840C9}" type="pres">
      <dgm:prSet presAssocID="{0B90C9B5-2323-4998-B080-A925DA594FF4}" presName="connectorText" presStyleLbl="sibTrans1D1" presStyleIdx="2" presStyleCnt="7"/>
      <dgm:spPr/>
    </dgm:pt>
    <dgm:pt modelId="{D652993B-6611-4718-8590-CA5DEC254B4C}" type="pres">
      <dgm:prSet presAssocID="{271EC987-62DE-44C5-BD4B-A1DDA9EF2309}" presName="node" presStyleLbl="node1" presStyleIdx="3" presStyleCnt="8">
        <dgm:presLayoutVars>
          <dgm:bulletEnabled val="1"/>
        </dgm:presLayoutVars>
      </dgm:prSet>
      <dgm:spPr/>
    </dgm:pt>
    <dgm:pt modelId="{9B252799-64A7-4213-B008-42080C365429}" type="pres">
      <dgm:prSet presAssocID="{52CE9590-3D97-4E47-BB01-D2316B3F9471}" presName="sibTrans" presStyleLbl="sibTrans1D1" presStyleIdx="3" presStyleCnt="7"/>
      <dgm:spPr/>
    </dgm:pt>
    <dgm:pt modelId="{CA490F97-8844-432A-806A-5F476759AC2B}" type="pres">
      <dgm:prSet presAssocID="{52CE9590-3D97-4E47-BB01-D2316B3F9471}" presName="connectorText" presStyleLbl="sibTrans1D1" presStyleIdx="3" presStyleCnt="7"/>
      <dgm:spPr/>
    </dgm:pt>
    <dgm:pt modelId="{011101F6-A6E2-41F7-A90B-AA7EF25F3F55}" type="pres">
      <dgm:prSet presAssocID="{B01B2B84-1709-4552-B5CB-D2E0DFD77AAF}" presName="node" presStyleLbl="node1" presStyleIdx="4" presStyleCnt="8">
        <dgm:presLayoutVars>
          <dgm:bulletEnabled val="1"/>
        </dgm:presLayoutVars>
      </dgm:prSet>
      <dgm:spPr/>
    </dgm:pt>
    <dgm:pt modelId="{0AE07FD1-688E-4685-BAC7-38435EB5E978}" type="pres">
      <dgm:prSet presAssocID="{E8C3C0C9-6820-4C20-A5D8-3D9DEFF52587}" presName="sibTrans" presStyleLbl="sibTrans1D1" presStyleIdx="4" presStyleCnt="7"/>
      <dgm:spPr/>
    </dgm:pt>
    <dgm:pt modelId="{5E57E9C7-F29A-4379-BDD9-10F1C0CD5E10}" type="pres">
      <dgm:prSet presAssocID="{E8C3C0C9-6820-4C20-A5D8-3D9DEFF52587}" presName="connectorText" presStyleLbl="sibTrans1D1" presStyleIdx="4" presStyleCnt="7"/>
      <dgm:spPr/>
    </dgm:pt>
    <dgm:pt modelId="{ED8F8EEF-6D0E-41D0-BD92-A73795448212}" type="pres">
      <dgm:prSet presAssocID="{E18C388B-9C42-476D-8C95-9F32FB4B025B}" presName="node" presStyleLbl="node1" presStyleIdx="5" presStyleCnt="8" custScaleX="128568" custScaleY="137816">
        <dgm:presLayoutVars>
          <dgm:bulletEnabled val="1"/>
        </dgm:presLayoutVars>
      </dgm:prSet>
      <dgm:spPr/>
    </dgm:pt>
    <dgm:pt modelId="{7AF5A8AD-F0A5-4D25-9699-0EF18D304B89}" type="pres">
      <dgm:prSet presAssocID="{B54555C8-98A6-47B2-902A-B685158B3460}" presName="sibTrans" presStyleLbl="sibTrans1D1" presStyleIdx="5" presStyleCnt="7"/>
      <dgm:spPr/>
    </dgm:pt>
    <dgm:pt modelId="{535B8826-E604-4072-AF6F-B088A552BE8D}" type="pres">
      <dgm:prSet presAssocID="{B54555C8-98A6-47B2-902A-B685158B3460}" presName="connectorText" presStyleLbl="sibTrans1D1" presStyleIdx="5" presStyleCnt="7"/>
      <dgm:spPr/>
    </dgm:pt>
    <dgm:pt modelId="{8C17D13F-3F2B-4874-90BE-BBD5C41F7235}" type="pres">
      <dgm:prSet presAssocID="{5BF9EC54-2C37-4D67-8B20-C8FD5315DFAF}" presName="node" presStyleLbl="node1" presStyleIdx="6" presStyleCnt="8">
        <dgm:presLayoutVars>
          <dgm:bulletEnabled val="1"/>
        </dgm:presLayoutVars>
      </dgm:prSet>
      <dgm:spPr/>
    </dgm:pt>
    <dgm:pt modelId="{7B3DBEA1-C396-4B50-A2E8-79BC358AFCAA}" type="pres">
      <dgm:prSet presAssocID="{2E00B115-CC68-4F5D-AD6C-49B07DD7E636}" presName="sibTrans" presStyleLbl="sibTrans1D1" presStyleIdx="6" presStyleCnt="7"/>
      <dgm:spPr/>
    </dgm:pt>
    <dgm:pt modelId="{374DA35D-D3F5-42F7-A62B-C8FE1F28C9C1}" type="pres">
      <dgm:prSet presAssocID="{2E00B115-CC68-4F5D-AD6C-49B07DD7E636}" presName="connectorText" presStyleLbl="sibTrans1D1" presStyleIdx="6" presStyleCnt="7"/>
      <dgm:spPr/>
    </dgm:pt>
    <dgm:pt modelId="{CB3DFECA-199B-46D8-8579-A8A2761E2A15}" type="pres">
      <dgm:prSet presAssocID="{C0702196-7435-4BE8-8C1E-593165D991A3}" presName="node" presStyleLbl="node1" presStyleIdx="7" presStyleCnt="8">
        <dgm:presLayoutVars>
          <dgm:bulletEnabled val="1"/>
        </dgm:presLayoutVars>
      </dgm:prSet>
      <dgm:spPr/>
    </dgm:pt>
  </dgm:ptLst>
  <dgm:cxnLst>
    <dgm:cxn modelId="{D76E9600-A35D-4D7B-B530-8C4FB9D48F9E}" srcId="{A5BBE306-F143-4448-B63A-562EA14D6638}" destId="{C0702196-7435-4BE8-8C1E-593165D991A3}" srcOrd="7" destOrd="0" parTransId="{96F8E038-54BA-4F85-8E94-9156467909EB}" sibTransId="{D303DEA4-02A4-49ED-BF2D-D2F27419938F}"/>
    <dgm:cxn modelId="{F30AA600-4A39-4D08-9FAD-F2EB35F5477A}" type="presOf" srcId="{52CE9590-3D97-4E47-BB01-D2316B3F9471}" destId="{CA490F97-8844-432A-806A-5F476759AC2B}" srcOrd="1" destOrd="0" presId="urn:microsoft.com/office/officeart/2016/7/layout/RepeatingBendingProcessNew"/>
    <dgm:cxn modelId="{0A7DA60C-AE42-4A25-94A9-9FA53056D71C}" srcId="{A5BBE306-F143-4448-B63A-562EA14D6638}" destId="{DB81B5C4-9A5C-4F45-B37E-B25DDCD0858F}" srcOrd="0" destOrd="0" parTransId="{4CACAC7F-BEEC-484A-B21B-54982DA1CD82}" sibTransId="{03307A9A-4170-427E-B2B2-D1411798D01D}"/>
    <dgm:cxn modelId="{8559F812-AE2A-4C30-BB37-5FDABFBBE5F7}" srcId="{A5BBE306-F143-4448-B63A-562EA14D6638}" destId="{B01B2B84-1709-4552-B5CB-D2E0DFD77AAF}" srcOrd="4" destOrd="0" parTransId="{32E5E792-8E25-4A9B-8345-23493BC795C4}" sibTransId="{E8C3C0C9-6820-4C20-A5D8-3D9DEFF52587}"/>
    <dgm:cxn modelId="{92086A29-F68B-420C-818C-7CAE529B7DE5}" type="presOf" srcId="{55AC11E0-9937-4CEF-820E-2584C94A32EF}" destId="{7596D72A-79B4-47E7-8097-F9A6DD985664}" srcOrd="0" destOrd="0" presId="urn:microsoft.com/office/officeart/2016/7/layout/RepeatingBendingProcessNew"/>
    <dgm:cxn modelId="{BAB9222A-D001-4CE3-BFA1-D6A357D426B0}" type="presOf" srcId="{DB81B5C4-9A5C-4F45-B37E-B25DDCD0858F}" destId="{EDAE41AF-2998-488D-892C-89A169C59256}" srcOrd="0" destOrd="0" presId="urn:microsoft.com/office/officeart/2016/7/layout/RepeatingBendingProcessNew"/>
    <dgm:cxn modelId="{94264630-3009-44BA-A7A7-A1D36CCD11AA}" type="presOf" srcId="{2E00B115-CC68-4F5D-AD6C-49B07DD7E636}" destId="{374DA35D-D3F5-42F7-A62B-C8FE1F28C9C1}" srcOrd="1" destOrd="0" presId="urn:microsoft.com/office/officeart/2016/7/layout/RepeatingBendingProcessNew"/>
    <dgm:cxn modelId="{548D3D48-656E-4B8A-9F86-F8EC3A831D64}" type="presOf" srcId="{C0702196-7435-4BE8-8C1E-593165D991A3}" destId="{CB3DFECA-199B-46D8-8579-A8A2761E2A15}" srcOrd="0" destOrd="0" presId="urn:microsoft.com/office/officeart/2016/7/layout/RepeatingBendingProcessNew"/>
    <dgm:cxn modelId="{B13DA249-7461-4F5C-B4F6-A243F892766D}" srcId="{A5BBE306-F143-4448-B63A-562EA14D6638}" destId="{55AC11E0-9937-4CEF-820E-2584C94A32EF}" srcOrd="1" destOrd="0" parTransId="{B20FBA9D-9C36-4B7C-AF6E-832F7039B62B}" sibTransId="{DFF37613-09C8-4178-BE4C-B17EA2AC73A0}"/>
    <dgm:cxn modelId="{94EEC66A-F5E6-4176-908C-819ADA6A3742}" type="presOf" srcId="{2E00B115-CC68-4F5D-AD6C-49B07DD7E636}" destId="{7B3DBEA1-C396-4B50-A2E8-79BC358AFCAA}" srcOrd="0" destOrd="0" presId="urn:microsoft.com/office/officeart/2016/7/layout/RepeatingBendingProcessNew"/>
    <dgm:cxn modelId="{BFACB64C-7192-4ED6-BD3F-EC9C9A8D7AF2}" srcId="{A5BBE306-F143-4448-B63A-562EA14D6638}" destId="{2C24254B-49F9-4B2F-A19C-41277B24FA6E}" srcOrd="2" destOrd="0" parTransId="{D599E58D-70F6-4ED9-B24B-E8C3ECF77D3F}" sibTransId="{0B90C9B5-2323-4998-B080-A925DA594FF4}"/>
    <dgm:cxn modelId="{4D22714E-7ACE-4190-A8BA-309A720F834E}" type="presOf" srcId="{271EC987-62DE-44C5-BD4B-A1DDA9EF2309}" destId="{D652993B-6611-4718-8590-CA5DEC254B4C}" srcOrd="0" destOrd="0" presId="urn:microsoft.com/office/officeart/2016/7/layout/RepeatingBendingProcessNew"/>
    <dgm:cxn modelId="{FCF8FB70-95F1-4F52-B357-D4CB993BECEA}" srcId="{A5BBE306-F143-4448-B63A-562EA14D6638}" destId="{5BF9EC54-2C37-4D67-8B20-C8FD5315DFAF}" srcOrd="6" destOrd="0" parTransId="{E967A665-1FD7-4DA2-A856-9696B8F446DC}" sibTransId="{2E00B115-CC68-4F5D-AD6C-49B07DD7E636}"/>
    <dgm:cxn modelId="{B6516373-CDC4-4BE5-8320-40389C7F4C4C}" type="presOf" srcId="{A5BBE306-F143-4448-B63A-562EA14D6638}" destId="{BDCE5404-8C0D-4809-8ABB-25E97E07DBE8}" srcOrd="0" destOrd="0" presId="urn:microsoft.com/office/officeart/2016/7/layout/RepeatingBendingProcessNew"/>
    <dgm:cxn modelId="{EDE64B54-72F6-4917-9FCE-A58D05A6A1E7}" type="presOf" srcId="{5BF9EC54-2C37-4D67-8B20-C8FD5315DFAF}" destId="{8C17D13F-3F2B-4874-90BE-BBD5C41F7235}" srcOrd="0" destOrd="0" presId="urn:microsoft.com/office/officeart/2016/7/layout/RepeatingBendingProcessNew"/>
    <dgm:cxn modelId="{ECD46D7D-C4E5-4DB2-890E-3B530A7DD610}" type="presOf" srcId="{E18C388B-9C42-476D-8C95-9F32FB4B025B}" destId="{ED8F8EEF-6D0E-41D0-BD92-A73795448212}" srcOrd="0" destOrd="0" presId="urn:microsoft.com/office/officeart/2016/7/layout/RepeatingBendingProcessNew"/>
    <dgm:cxn modelId="{58A3007F-06E3-4944-B7CC-FB6F47F87EEF}" type="presOf" srcId="{52CE9590-3D97-4E47-BB01-D2316B3F9471}" destId="{9B252799-64A7-4213-B008-42080C365429}" srcOrd="0" destOrd="0" presId="urn:microsoft.com/office/officeart/2016/7/layout/RepeatingBendingProcessNew"/>
    <dgm:cxn modelId="{A556AD88-3BAC-4671-95B6-907CFBEBF491}" srcId="{A5BBE306-F143-4448-B63A-562EA14D6638}" destId="{E18C388B-9C42-476D-8C95-9F32FB4B025B}" srcOrd="5" destOrd="0" parTransId="{81086040-39DE-441F-A4C4-AB8D987E6965}" sibTransId="{B54555C8-98A6-47B2-902A-B685158B3460}"/>
    <dgm:cxn modelId="{4D8D2992-0D64-4E7E-81D5-D5DEED457E7C}" srcId="{A5BBE306-F143-4448-B63A-562EA14D6638}" destId="{271EC987-62DE-44C5-BD4B-A1DDA9EF2309}" srcOrd="3" destOrd="0" parTransId="{9BCD869A-0384-403F-9E27-4CA83FEA9042}" sibTransId="{52CE9590-3D97-4E47-BB01-D2316B3F9471}"/>
    <dgm:cxn modelId="{28AB6C9A-F92E-4C4E-909C-8DCCD033EABC}" type="presOf" srcId="{E8C3C0C9-6820-4C20-A5D8-3D9DEFF52587}" destId="{5E57E9C7-F29A-4379-BDD9-10F1C0CD5E10}" srcOrd="1" destOrd="0" presId="urn:microsoft.com/office/officeart/2016/7/layout/RepeatingBendingProcessNew"/>
    <dgm:cxn modelId="{54D52C9D-6E99-4746-9DA5-15CBD2B93ACF}" type="presOf" srcId="{0B90C9B5-2323-4998-B080-A925DA594FF4}" destId="{6EF6BA18-B320-43FE-96ED-BBF2BB2C8433}" srcOrd="0" destOrd="0" presId="urn:microsoft.com/office/officeart/2016/7/layout/RepeatingBendingProcessNew"/>
    <dgm:cxn modelId="{D571139E-1FE1-4B6A-874D-89C679D3B475}" type="presOf" srcId="{B01B2B84-1709-4552-B5CB-D2E0DFD77AAF}" destId="{011101F6-A6E2-41F7-A90B-AA7EF25F3F55}" srcOrd="0" destOrd="0" presId="urn:microsoft.com/office/officeart/2016/7/layout/RepeatingBendingProcessNew"/>
    <dgm:cxn modelId="{3E25B1A1-F61C-40E5-AE90-A412DB3C0E5A}" type="presOf" srcId="{B54555C8-98A6-47B2-902A-B685158B3460}" destId="{535B8826-E604-4072-AF6F-B088A552BE8D}" srcOrd="1" destOrd="0" presId="urn:microsoft.com/office/officeart/2016/7/layout/RepeatingBendingProcessNew"/>
    <dgm:cxn modelId="{937721AB-2BC0-408F-85CF-09EA0EBB1797}" type="presOf" srcId="{DFF37613-09C8-4178-BE4C-B17EA2AC73A0}" destId="{A5B2276F-A4EE-43E5-B75B-CC1EFEF9B265}" srcOrd="1" destOrd="0" presId="urn:microsoft.com/office/officeart/2016/7/layout/RepeatingBendingProcessNew"/>
    <dgm:cxn modelId="{2E46DDAB-2A60-4D46-9F7B-261C8A2E17FA}" type="presOf" srcId="{03307A9A-4170-427E-B2B2-D1411798D01D}" destId="{CE891F0C-1BCC-4F41-B64F-F7147D68C436}" srcOrd="1" destOrd="0" presId="urn:microsoft.com/office/officeart/2016/7/layout/RepeatingBendingProcessNew"/>
    <dgm:cxn modelId="{56BFFDAB-57A0-426C-8414-29D6A493A691}" type="presOf" srcId="{B54555C8-98A6-47B2-902A-B685158B3460}" destId="{7AF5A8AD-F0A5-4D25-9699-0EF18D304B89}" srcOrd="0" destOrd="0" presId="urn:microsoft.com/office/officeart/2016/7/layout/RepeatingBendingProcessNew"/>
    <dgm:cxn modelId="{7E8936B2-80A2-4B71-BEE7-D08E591AD92F}" type="presOf" srcId="{03307A9A-4170-427E-B2B2-D1411798D01D}" destId="{7F2DD19E-B50D-4203-8694-BEC0838C29FD}" srcOrd="0" destOrd="0" presId="urn:microsoft.com/office/officeart/2016/7/layout/RepeatingBendingProcessNew"/>
    <dgm:cxn modelId="{4C086DBD-481D-4B4C-8567-03C1B59008BA}" type="presOf" srcId="{0B90C9B5-2323-4998-B080-A925DA594FF4}" destId="{CDB51F9A-42E8-42DA-9779-9FC5B37840C9}" srcOrd="1" destOrd="0" presId="urn:microsoft.com/office/officeart/2016/7/layout/RepeatingBendingProcessNew"/>
    <dgm:cxn modelId="{5E5E89D5-B4FB-4D12-A2A0-AC42FC31B94F}" type="presOf" srcId="{E8C3C0C9-6820-4C20-A5D8-3D9DEFF52587}" destId="{0AE07FD1-688E-4685-BAC7-38435EB5E978}" srcOrd="0" destOrd="0" presId="urn:microsoft.com/office/officeart/2016/7/layout/RepeatingBendingProcessNew"/>
    <dgm:cxn modelId="{05F4F4F2-A78D-4D18-9374-FCE149995329}" type="presOf" srcId="{2C24254B-49F9-4B2F-A19C-41277B24FA6E}" destId="{A452D64C-A438-40D2-AB5C-B30B178FC7B1}" srcOrd="0" destOrd="0" presId="urn:microsoft.com/office/officeart/2016/7/layout/RepeatingBendingProcessNew"/>
    <dgm:cxn modelId="{B5F89EF3-81A2-4220-BB34-26602E5355E5}" type="presOf" srcId="{DFF37613-09C8-4178-BE4C-B17EA2AC73A0}" destId="{B271A35A-DF93-409E-82C3-365D1549B57E}" srcOrd="0" destOrd="0" presId="urn:microsoft.com/office/officeart/2016/7/layout/RepeatingBendingProcessNew"/>
    <dgm:cxn modelId="{92F8C865-7009-4BF0-92FC-2632281A8A9A}" type="presParOf" srcId="{BDCE5404-8C0D-4809-8ABB-25E97E07DBE8}" destId="{EDAE41AF-2998-488D-892C-89A169C59256}" srcOrd="0" destOrd="0" presId="urn:microsoft.com/office/officeart/2016/7/layout/RepeatingBendingProcessNew"/>
    <dgm:cxn modelId="{0EF24182-B923-4F7D-AA8A-E42C1640B07F}" type="presParOf" srcId="{BDCE5404-8C0D-4809-8ABB-25E97E07DBE8}" destId="{7F2DD19E-B50D-4203-8694-BEC0838C29FD}" srcOrd="1" destOrd="0" presId="urn:microsoft.com/office/officeart/2016/7/layout/RepeatingBendingProcessNew"/>
    <dgm:cxn modelId="{A01A200E-184C-49CD-B87A-24F5D9C9AF75}" type="presParOf" srcId="{7F2DD19E-B50D-4203-8694-BEC0838C29FD}" destId="{CE891F0C-1BCC-4F41-B64F-F7147D68C436}" srcOrd="0" destOrd="0" presId="urn:microsoft.com/office/officeart/2016/7/layout/RepeatingBendingProcessNew"/>
    <dgm:cxn modelId="{D569AC03-878F-49E8-B766-603BFAAFF8AD}" type="presParOf" srcId="{BDCE5404-8C0D-4809-8ABB-25E97E07DBE8}" destId="{7596D72A-79B4-47E7-8097-F9A6DD985664}" srcOrd="2" destOrd="0" presId="urn:microsoft.com/office/officeart/2016/7/layout/RepeatingBendingProcessNew"/>
    <dgm:cxn modelId="{421904CB-0C13-4CDD-8973-780A066E960D}" type="presParOf" srcId="{BDCE5404-8C0D-4809-8ABB-25E97E07DBE8}" destId="{B271A35A-DF93-409E-82C3-365D1549B57E}" srcOrd="3" destOrd="0" presId="urn:microsoft.com/office/officeart/2016/7/layout/RepeatingBendingProcessNew"/>
    <dgm:cxn modelId="{D089463B-AB57-44C9-BDF0-F3184EA15FF7}" type="presParOf" srcId="{B271A35A-DF93-409E-82C3-365D1549B57E}" destId="{A5B2276F-A4EE-43E5-B75B-CC1EFEF9B265}" srcOrd="0" destOrd="0" presId="urn:microsoft.com/office/officeart/2016/7/layout/RepeatingBendingProcessNew"/>
    <dgm:cxn modelId="{7C964E67-B53A-45D7-A0EF-3CE17768CC52}" type="presParOf" srcId="{BDCE5404-8C0D-4809-8ABB-25E97E07DBE8}" destId="{A452D64C-A438-40D2-AB5C-B30B178FC7B1}" srcOrd="4" destOrd="0" presId="urn:microsoft.com/office/officeart/2016/7/layout/RepeatingBendingProcessNew"/>
    <dgm:cxn modelId="{624463D3-2DBD-47CC-A4BF-E58A69DD7BAE}" type="presParOf" srcId="{BDCE5404-8C0D-4809-8ABB-25E97E07DBE8}" destId="{6EF6BA18-B320-43FE-96ED-BBF2BB2C8433}" srcOrd="5" destOrd="0" presId="urn:microsoft.com/office/officeart/2016/7/layout/RepeatingBendingProcessNew"/>
    <dgm:cxn modelId="{E97C7920-B457-4CF8-92A1-64E8CAAC878E}" type="presParOf" srcId="{6EF6BA18-B320-43FE-96ED-BBF2BB2C8433}" destId="{CDB51F9A-42E8-42DA-9779-9FC5B37840C9}" srcOrd="0" destOrd="0" presId="urn:microsoft.com/office/officeart/2016/7/layout/RepeatingBendingProcessNew"/>
    <dgm:cxn modelId="{8332E4AB-B391-4C49-8EB6-7F548E6D7F23}" type="presParOf" srcId="{BDCE5404-8C0D-4809-8ABB-25E97E07DBE8}" destId="{D652993B-6611-4718-8590-CA5DEC254B4C}" srcOrd="6" destOrd="0" presId="urn:microsoft.com/office/officeart/2016/7/layout/RepeatingBendingProcessNew"/>
    <dgm:cxn modelId="{9DAD206D-1BE5-4953-8B11-BAB3106C453E}" type="presParOf" srcId="{BDCE5404-8C0D-4809-8ABB-25E97E07DBE8}" destId="{9B252799-64A7-4213-B008-42080C365429}" srcOrd="7" destOrd="0" presId="urn:microsoft.com/office/officeart/2016/7/layout/RepeatingBendingProcessNew"/>
    <dgm:cxn modelId="{AD5CC533-1CEF-477B-8448-11D7601B77AE}" type="presParOf" srcId="{9B252799-64A7-4213-B008-42080C365429}" destId="{CA490F97-8844-432A-806A-5F476759AC2B}" srcOrd="0" destOrd="0" presId="urn:microsoft.com/office/officeart/2016/7/layout/RepeatingBendingProcessNew"/>
    <dgm:cxn modelId="{629E6110-C12E-440A-96AB-E9FF8BEE19B1}" type="presParOf" srcId="{BDCE5404-8C0D-4809-8ABB-25E97E07DBE8}" destId="{011101F6-A6E2-41F7-A90B-AA7EF25F3F55}" srcOrd="8" destOrd="0" presId="urn:microsoft.com/office/officeart/2016/7/layout/RepeatingBendingProcessNew"/>
    <dgm:cxn modelId="{4D059943-99B7-44D8-82B5-8983C71BF062}" type="presParOf" srcId="{BDCE5404-8C0D-4809-8ABB-25E97E07DBE8}" destId="{0AE07FD1-688E-4685-BAC7-38435EB5E978}" srcOrd="9" destOrd="0" presId="urn:microsoft.com/office/officeart/2016/7/layout/RepeatingBendingProcessNew"/>
    <dgm:cxn modelId="{BA2E988A-759D-41CD-BD71-B8C7D281B3E0}" type="presParOf" srcId="{0AE07FD1-688E-4685-BAC7-38435EB5E978}" destId="{5E57E9C7-F29A-4379-BDD9-10F1C0CD5E10}" srcOrd="0" destOrd="0" presId="urn:microsoft.com/office/officeart/2016/7/layout/RepeatingBendingProcessNew"/>
    <dgm:cxn modelId="{B3E7A617-0DB4-4857-8A13-052900BCD2E3}" type="presParOf" srcId="{BDCE5404-8C0D-4809-8ABB-25E97E07DBE8}" destId="{ED8F8EEF-6D0E-41D0-BD92-A73795448212}" srcOrd="10" destOrd="0" presId="urn:microsoft.com/office/officeart/2016/7/layout/RepeatingBendingProcessNew"/>
    <dgm:cxn modelId="{30BAE751-82AA-4D2A-AC83-28ADC0F87976}" type="presParOf" srcId="{BDCE5404-8C0D-4809-8ABB-25E97E07DBE8}" destId="{7AF5A8AD-F0A5-4D25-9699-0EF18D304B89}" srcOrd="11" destOrd="0" presId="urn:microsoft.com/office/officeart/2016/7/layout/RepeatingBendingProcessNew"/>
    <dgm:cxn modelId="{168164A2-AFA4-4A93-8F4F-99C98796B8CE}" type="presParOf" srcId="{7AF5A8AD-F0A5-4D25-9699-0EF18D304B89}" destId="{535B8826-E604-4072-AF6F-B088A552BE8D}" srcOrd="0" destOrd="0" presId="urn:microsoft.com/office/officeart/2016/7/layout/RepeatingBendingProcessNew"/>
    <dgm:cxn modelId="{373D9758-9B6E-44BC-852F-DC1BFBCE420A}" type="presParOf" srcId="{BDCE5404-8C0D-4809-8ABB-25E97E07DBE8}" destId="{8C17D13F-3F2B-4874-90BE-BBD5C41F7235}" srcOrd="12" destOrd="0" presId="urn:microsoft.com/office/officeart/2016/7/layout/RepeatingBendingProcessNew"/>
    <dgm:cxn modelId="{FEECE946-0D3D-4BB7-91BC-3FFE41B11A43}" type="presParOf" srcId="{BDCE5404-8C0D-4809-8ABB-25E97E07DBE8}" destId="{7B3DBEA1-C396-4B50-A2E8-79BC358AFCAA}" srcOrd="13" destOrd="0" presId="urn:microsoft.com/office/officeart/2016/7/layout/RepeatingBendingProcessNew"/>
    <dgm:cxn modelId="{8819BEEA-3276-417D-B6CC-64D1850C5DE1}" type="presParOf" srcId="{7B3DBEA1-C396-4B50-A2E8-79BC358AFCAA}" destId="{374DA35D-D3F5-42F7-A62B-C8FE1F28C9C1}" srcOrd="0" destOrd="0" presId="urn:microsoft.com/office/officeart/2016/7/layout/RepeatingBendingProcessNew"/>
    <dgm:cxn modelId="{D23DE04C-8910-44A5-866F-1CE5A068717A}" type="presParOf" srcId="{BDCE5404-8C0D-4809-8ABB-25E97E07DBE8}" destId="{CB3DFECA-199B-46D8-8579-A8A2761E2A15}" srcOrd="14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D06E0F82-7A2B-4597-AC80-F8BA0F2B279A}" type="doc">
      <dgm:prSet loTypeId="urn:microsoft.com/office/officeart/2016/7/layout/RepeatingBendingProcessNew" loCatId="process" qsTypeId="urn:microsoft.com/office/officeart/2005/8/quickstyle/simple5" qsCatId="simple" csTypeId="urn:microsoft.com/office/officeart/2005/8/colors/accent3_2" csCatId="accent3" phldr="1"/>
      <dgm:spPr/>
      <dgm:t>
        <a:bodyPr/>
        <a:lstStyle/>
        <a:p>
          <a:endParaRPr lang="en-US"/>
        </a:p>
      </dgm:t>
    </dgm:pt>
    <dgm:pt modelId="{DEF3441B-865A-4461-B94F-9B5C25D4B130}">
      <dgm:prSet/>
      <dgm:spPr/>
      <dgm:t>
        <a:bodyPr/>
        <a:lstStyle/>
        <a:p>
          <a:r>
            <a:rPr lang="en-US" b="0" i="0"/>
            <a:t>[Start] </a:t>
          </a:r>
          <a:r>
            <a:rPr lang="en-US"/>
            <a:t>Becca</a:t>
          </a:r>
          <a:r>
            <a:rPr lang="en-US" b="0" i="0"/>
            <a:t> opens app during study break</a:t>
          </a:r>
          <a:endParaRPr lang="en-US"/>
        </a:p>
      </dgm:t>
    </dgm:pt>
    <dgm:pt modelId="{23E0324E-A761-4DDB-8BAB-CD472A38F4A9}" type="parTrans" cxnId="{B116B5DB-AB89-4229-A818-07ADFCE5E4B3}">
      <dgm:prSet/>
      <dgm:spPr/>
      <dgm:t>
        <a:bodyPr/>
        <a:lstStyle/>
        <a:p>
          <a:endParaRPr lang="en-US"/>
        </a:p>
      </dgm:t>
    </dgm:pt>
    <dgm:pt modelId="{EE3C72FF-5021-4CBD-A90C-D33BDC312EC2}" type="sibTrans" cxnId="{B116B5DB-AB89-4229-A818-07ADFCE5E4B3}">
      <dgm:prSet/>
      <dgm:spPr/>
      <dgm:t>
        <a:bodyPr/>
        <a:lstStyle/>
        <a:p>
          <a:endParaRPr lang="en-US"/>
        </a:p>
      </dgm:t>
    </dgm:pt>
    <dgm:pt modelId="{C10CDEB4-38F9-448D-8199-1B8C38E53230}">
      <dgm:prSet/>
      <dgm:spPr/>
      <dgm:t>
        <a:bodyPr/>
        <a:lstStyle/>
        <a:p>
          <a:r>
            <a:rPr lang="en-US" b="0" i="0" dirty="0"/>
            <a:t>Dashboard shows: "Your confidence is growing! Ready for a new challenge?"</a:t>
          </a:r>
          <a:endParaRPr lang="en-US" dirty="0"/>
        </a:p>
      </dgm:t>
    </dgm:pt>
    <dgm:pt modelId="{EBF8B03B-3A88-4D1D-B97D-687FE804FE9C}" type="parTrans" cxnId="{5A7DA89D-0CB0-454C-AD97-8537F59C4B5C}">
      <dgm:prSet/>
      <dgm:spPr/>
      <dgm:t>
        <a:bodyPr/>
        <a:lstStyle/>
        <a:p>
          <a:endParaRPr lang="en-US"/>
        </a:p>
      </dgm:t>
    </dgm:pt>
    <dgm:pt modelId="{8DA8DEF1-A451-49C1-B9F2-346B9B53BC1B}" type="sibTrans" cxnId="{5A7DA89D-0CB0-454C-AD97-8537F59C4B5C}">
      <dgm:prSet/>
      <dgm:spPr/>
      <dgm:t>
        <a:bodyPr/>
        <a:lstStyle/>
        <a:p>
          <a:endParaRPr lang="en-US"/>
        </a:p>
      </dgm:t>
    </dgm:pt>
    <dgm:pt modelId="{3AADDD0F-5565-4E64-9B68-4BB51286FF7C}">
      <dgm:prSet/>
      <dgm:spPr/>
      <dgm:t>
        <a:bodyPr/>
        <a:lstStyle/>
        <a:p>
          <a:r>
            <a:rPr lang="en-US"/>
            <a:t>Becca</a:t>
          </a:r>
          <a:r>
            <a:rPr lang="en-US" b="0" i="0"/>
            <a:t> selects "Continue Building Confidence" (AI-recommended easier scenario)</a:t>
          </a:r>
          <a:endParaRPr lang="en-US"/>
        </a:p>
      </dgm:t>
    </dgm:pt>
    <dgm:pt modelId="{C826C625-7FD0-49F1-ADA9-55980EFA0D0F}" type="parTrans" cxnId="{D0AEA529-78DA-4F28-92BC-F1051A88FC8C}">
      <dgm:prSet/>
      <dgm:spPr/>
      <dgm:t>
        <a:bodyPr/>
        <a:lstStyle/>
        <a:p>
          <a:endParaRPr lang="en-US"/>
        </a:p>
      </dgm:t>
    </dgm:pt>
    <dgm:pt modelId="{C02AAC7D-C0F9-4692-B48A-82079DD5B71F}" type="sibTrans" cxnId="{D0AEA529-78DA-4F28-92BC-F1051A88FC8C}">
      <dgm:prSet/>
      <dgm:spPr/>
      <dgm:t>
        <a:bodyPr/>
        <a:lstStyle/>
        <a:p>
          <a:endParaRPr lang="en-US"/>
        </a:p>
      </dgm:t>
    </dgm:pt>
    <dgm:pt modelId="{83C9634A-1A68-4A56-8ACB-BDD21549954B}">
      <dgm:prSet/>
      <dgm:spPr/>
      <dgm:t>
        <a:bodyPr/>
        <a:lstStyle/>
        <a:p>
          <a:r>
            <a:rPr lang="en-US" b="0" i="0"/>
            <a:t>BioBERT analyzes </a:t>
          </a:r>
          <a:r>
            <a:rPr lang="en-US"/>
            <a:t>Becca</a:t>
          </a:r>
          <a:r>
            <a:rPr lang="en-US" b="0" i="0"/>
            <a:t>'s historical weak areas → generates supportive scenario</a:t>
          </a:r>
          <a:endParaRPr lang="en-US"/>
        </a:p>
      </dgm:t>
    </dgm:pt>
    <dgm:pt modelId="{D5C293CF-87AD-4F43-98A0-6C9002B8BAF7}" type="parTrans" cxnId="{32A9A983-8FC2-488E-9F18-411E5AB6569B}">
      <dgm:prSet/>
      <dgm:spPr/>
      <dgm:t>
        <a:bodyPr/>
        <a:lstStyle/>
        <a:p>
          <a:endParaRPr lang="en-US"/>
        </a:p>
      </dgm:t>
    </dgm:pt>
    <dgm:pt modelId="{3E05E16B-2399-49ED-991D-EE2DF42B612D}" type="sibTrans" cxnId="{32A9A983-8FC2-488E-9F18-411E5AB6569B}">
      <dgm:prSet/>
      <dgm:spPr/>
      <dgm:t>
        <a:bodyPr/>
        <a:lstStyle/>
        <a:p>
          <a:endParaRPr lang="en-US"/>
        </a:p>
      </dgm:t>
    </dgm:pt>
    <dgm:pt modelId="{F6EBFB7D-30A3-4E17-AE3E-E884DCE6CF0A}">
      <dgm:prSet/>
      <dgm:spPr/>
      <dgm:t>
        <a:bodyPr/>
        <a:lstStyle/>
        <a:p>
          <a:r>
            <a:rPr lang="en-US" b="0" i="0"/>
            <a:t>[Loading State: "Creating a scenario to build your confidence..."]</a:t>
          </a:r>
          <a:endParaRPr lang="en-US"/>
        </a:p>
      </dgm:t>
    </dgm:pt>
    <dgm:pt modelId="{1DD05E4C-6672-45F3-8441-34ED29AF98F2}" type="parTrans" cxnId="{CC031F98-D8CA-43EE-A143-40F4EB5D2584}">
      <dgm:prSet/>
      <dgm:spPr/>
      <dgm:t>
        <a:bodyPr/>
        <a:lstStyle/>
        <a:p>
          <a:endParaRPr lang="en-US"/>
        </a:p>
      </dgm:t>
    </dgm:pt>
    <dgm:pt modelId="{A5C06D12-3AE2-44EA-BF30-4AB878CB3DCB}" type="sibTrans" cxnId="{CC031F98-D8CA-43EE-A143-40F4EB5D2584}">
      <dgm:prSet/>
      <dgm:spPr/>
      <dgm:t>
        <a:bodyPr/>
        <a:lstStyle/>
        <a:p>
          <a:endParaRPr lang="en-US"/>
        </a:p>
      </dgm:t>
    </dgm:pt>
    <dgm:pt modelId="{5F8D7285-299A-4180-B3DE-813C8D7F8C09}">
      <dgm:prSet/>
      <dgm:spPr/>
      <dgm:t>
        <a:bodyPr/>
        <a:lstStyle/>
        <a:p>
          <a:r>
            <a:rPr lang="en-US" b="0" i="0"/>
            <a:t>Scenario: Single patient with clear vital signs (less overwhelming)</a:t>
          </a:r>
          <a:endParaRPr lang="en-US"/>
        </a:p>
      </dgm:t>
    </dgm:pt>
    <dgm:pt modelId="{99E25CC7-3165-40AF-9CC3-9B70F79574AA}" type="parTrans" cxnId="{8642E16E-0361-4D0B-B7B1-D7391D65B1FA}">
      <dgm:prSet/>
      <dgm:spPr/>
      <dgm:t>
        <a:bodyPr/>
        <a:lstStyle/>
        <a:p>
          <a:endParaRPr lang="en-US"/>
        </a:p>
      </dgm:t>
    </dgm:pt>
    <dgm:pt modelId="{D0BFE09F-C918-4249-B4E4-6DE4A8C5FCFF}" type="sibTrans" cxnId="{8642E16E-0361-4D0B-B7B1-D7391D65B1FA}">
      <dgm:prSet/>
      <dgm:spPr/>
      <dgm:t>
        <a:bodyPr/>
        <a:lstStyle/>
        <a:p>
          <a:endParaRPr lang="en-US"/>
        </a:p>
      </dgm:t>
    </dgm:pt>
    <dgm:pt modelId="{DAD8A8E8-3D2F-4970-9AB8-F93820FF1E1A}">
      <dgm:prSet/>
      <dgm:spPr/>
      <dgm:t>
        <a:bodyPr/>
        <a:lstStyle/>
        <a:p>
          <a:r>
            <a:rPr lang="en-US"/>
            <a:t>Becca</a:t>
          </a:r>
          <a:r>
            <a:rPr lang="en-US" b="0" i="0"/>
            <a:t> hesitates, takes 45 seconds to decide on "Delayed" triage</a:t>
          </a:r>
          <a:endParaRPr lang="en-US"/>
        </a:p>
      </dgm:t>
    </dgm:pt>
    <dgm:pt modelId="{77E3B04A-66E7-415A-BF53-BCE4B3205C5E}" type="parTrans" cxnId="{D5EBC3F6-1EA8-4A3F-A585-9E8E761902E9}">
      <dgm:prSet/>
      <dgm:spPr/>
      <dgm:t>
        <a:bodyPr/>
        <a:lstStyle/>
        <a:p>
          <a:endParaRPr lang="en-US"/>
        </a:p>
      </dgm:t>
    </dgm:pt>
    <dgm:pt modelId="{85F1B9E5-BDC7-42F5-9DC1-BCD63816FB79}" type="sibTrans" cxnId="{D5EBC3F6-1EA8-4A3F-A585-9E8E761902E9}">
      <dgm:prSet/>
      <dgm:spPr/>
      <dgm:t>
        <a:bodyPr/>
        <a:lstStyle/>
        <a:p>
          <a:endParaRPr lang="en-US"/>
        </a:p>
      </dgm:t>
    </dgm:pt>
    <dgm:pt modelId="{959DCBB0-495E-41FE-972C-6A305672C222}">
      <dgm:prSet/>
      <dgm:spPr/>
      <dgm:t>
        <a:bodyPr/>
        <a:lstStyle/>
        <a:p>
          <a:r>
            <a:rPr lang="en-US" b="0" i="0"/>
            <a:t>DialoGPT detects hesitation pattern, generates supportive response:</a:t>
          </a:r>
          <a:endParaRPr lang="en-US"/>
        </a:p>
      </dgm:t>
    </dgm:pt>
    <dgm:pt modelId="{68FBA4F7-D33A-4589-9392-AF64676C3410}" type="parTrans" cxnId="{9B7E538F-2941-418C-9857-B5CE15DFC6C8}">
      <dgm:prSet/>
      <dgm:spPr/>
      <dgm:t>
        <a:bodyPr/>
        <a:lstStyle/>
        <a:p>
          <a:endParaRPr lang="en-US"/>
        </a:p>
      </dgm:t>
    </dgm:pt>
    <dgm:pt modelId="{E41D1A69-96E6-426A-823C-A966EEBE7B1B}" type="sibTrans" cxnId="{9B7E538F-2941-418C-9857-B5CE15DFC6C8}">
      <dgm:prSet/>
      <dgm:spPr/>
      <dgm:t>
        <a:bodyPr/>
        <a:lstStyle/>
        <a:p>
          <a:endParaRPr lang="en-US"/>
        </a:p>
      </dgm:t>
    </dgm:pt>
    <dgm:pt modelId="{E15E533C-F94B-46C2-B5EA-A5553038DD7C}">
      <dgm:prSet/>
      <dgm:spPr/>
      <dgm:t>
        <a:bodyPr/>
        <a:lstStyle/>
        <a:p>
          <a:r>
            <a:rPr lang="en-US" b="0" i="0" dirty="0"/>
            <a:t>"I can see you're taking time to think this through - that's actually excellent medical practice. What specific signs made you lean toward delayed?"</a:t>
          </a:r>
          <a:endParaRPr lang="en-US" dirty="0"/>
        </a:p>
      </dgm:t>
    </dgm:pt>
    <dgm:pt modelId="{613ED14D-DA98-49F8-B9E7-ACB6D8043C8E}" type="parTrans" cxnId="{D57E3565-A410-460E-847A-1F0B0AE01C5D}">
      <dgm:prSet/>
      <dgm:spPr/>
      <dgm:t>
        <a:bodyPr/>
        <a:lstStyle/>
        <a:p>
          <a:endParaRPr lang="en-US"/>
        </a:p>
      </dgm:t>
    </dgm:pt>
    <dgm:pt modelId="{6051F15A-A599-4E9F-A577-BEBA42028F5B}" type="sibTrans" cxnId="{D57E3565-A410-460E-847A-1F0B0AE01C5D}">
      <dgm:prSet/>
      <dgm:spPr/>
      <dgm:t>
        <a:bodyPr/>
        <a:lstStyle/>
        <a:p>
          <a:endParaRPr lang="en-US"/>
        </a:p>
      </dgm:t>
    </dgm:pt>
    <dgm:pt modelId="{790895B7-7952-4D99-BE62-43970B92998F}">
      <dgm:prSet/>
      <dgm:spPr/>
      <dgm:t>
        <a:bodyPr/>
        <a:lstStyle/>
        <a:p>
          <a:r>
            <a:rPr lang="en-US"/>
            <a:t>Becca</a:t>
          </a:r>
          <a:r>
            <a:rPr lang="en-US" b="0" i="0"/>
            <a:t> explains: "Pulse is elevated but she's conscious and talking"</a:t>
          </a:r>
          <a:endParaRPr lang="en-US"/>
        </a:p>
      </dgm:t>
    </dgm:pt>
    <dgm:pt modelId="{141F41AB-B9B2-4754-821A-687DD3E4F5B8}" type="parTrans" cxnId="{A6CF294C-BD1B-4030-A71E-7078518A6AC1}">
      <dgm:prSet/>
      <dgm:spPr/>
      <dgm:t>
        <a:bodyPr/>
        <a:lstStyle/>
        <a:p>
          <a:endParaRPr lang="en-US"/>
        </a:p>
      </dgm:t>
    </dgm:pt>
    <dgm:pt modelId="{F8F70592-218E-4A99-9DEA-2C3312D3D889}" type="sibTrans" cxnId="{A6CF294C-BD1B-4030-A71E-7078518A6AC1}">
      <dgm:prSet/>
      <dgm:spPr/>
      <dgm:t>
        <a:bodyPr/>
        <a:lstStyle/>
        <a:p>
          <a:endParaRPr lang="en-US"/>
        </a:p>
      </dgm:t>
    </dgm:pt>
    <dgm:pt modelId="{3263A587-2202-4F02-B4D6-C126DDD8DB3A}">
      <dgm:prSet/>
      <dgm:spPr/>
      <dgm:t>
        <a:bodyPr/>
        <a:lstStyle/>
        <a:p>
          <a:r>
            <a:rPr lang="en-US" b="0" i="0" dirty="0"/>
            <a:t>AI Coach: "That's solid reasoning! Consciousness is a key indicator. You're developing good instincts. What does our protocol say about elevated pulse?"</a:t>
          </a:r>
          <a:endParaRPr lang="en-US" dirty="0"/>
        </a:p>
      </dgm:t>
    </dgm:pt>
    <dgm:pt modelId="{480DAC1C-FF70-4653-98E3-D925479C2D15}" type="parTrans" cxnId="{5B7CD716-373F-4565-9A93-378A66FD2631}">
      <dgm:prSet/>
      <dgm:spPr/>
      <dgm:t>
        <a:bodyPr/>
        <a:lstStyle/>
        <a:p>
          <a:endParaRPr lang="en-US"/>
        </a:p>
      </dgm:t>
    </dgm:pt>
    <dgm:pt modelId="{646969DF-198B-47CD-82A4-06260BBC5486}" type="sibTrans" cxnId="{5B7CD716-373F-4565-9A93-378A66FD2631}">
      <dgm:prSet/>
      <dgm:spPr/>
      <dgm:t>
        <a:bodyPr/>
        <a:lstStyle/>
        <a:p>
          <a:endParaRPr lang="en-US"/>
        </a:p>
      </dgm:t>
    </dgm:pt>
    <dgm:pt modelId="{A6B40164-E509-4B82-AAB7-DA58CDB2C5D7}">
      <dgm:prSet/>
      <dgm:spPr/>
      <dgm:t>
        <a:bodyPr/>
        <a:lstStyle/>
        <a:p>
          <a:r>
            <a:rPr lang="en-US"/>
            <a:t>Becca</a:t>
          </a:r>
          <a:r>
            <a:rPr lang="en-US" b="0" i="0"/>
            <a:t> gains confidence, references protocol correctly</a:t>
          </a:r>
          <a:endParaRPr lang="en-US"/>
        </a:p>
      </dgm:t>
    </dgm:pt>
    <dgm:pt modelId="{DC4B4BB4-A47B-433C-9A0F-BA19918A71F5}" type="parTrans" cxnId="{542B251B-A292-4EDA-B276-411ADBFB0AD1}">
      <dgm:prSet/>
      <dgm:spPr/>
      <dgm:t>
        <a:bodyPr/>
        <a:lstStyle/>
        <a:p>
          <a:endParaRPr lang="en-US"/>
        </a:p>
      </dgm:t>
    </dgm:pt>
    <dgm:pt modelId="{A2D8037B-8468-488C-81D5-22C87908DAD1}" type="sibTrans" cxnId="{542B251B-A292-4EDA-B276-411ADBFB0AD1}">
      <dgm:prSet/>
      <dgm:spPr/>
      <dgm:t>
        <a:bodyPr/>
        <a:lstStyle/>
        <a:p>
          <a:endParaRPr lang="en-US"/>
        </a:p>
      </dgm:t>
    </dgm:pt>
    <dgm:pt modelId="{CD572857-0179-48A7-87E7-37C861D64609}">
      <dgm:prSet/>
      <dgm:spPr/>
      <dgm:t>
        <a:bodyPr/>
        <a:lstStyle/>
        <a:p>
          <a:r>
            <a:rPr lang="en-US" b="0" i="0"/>
            <a:t>Scenario continues with positive reinforcement</a:t>
          </a:r>
          <a:endParaRPr lang="en-US"/>
        </a:p>
      </dgm:t>
    </dgm:pt>
    <dgm:pt modelId="{379B5323-486E-48BE-A619-055F2FFA804E}" type="parTrans" cxnId="{CD63919A-AAE5-476A-B52D-6624B5604D05}">
      <dgm:prSet/>
      <dgm:spPr/>
      <dgm:t>
        <a:bodyPr/>
        <a:lstStyle/>
        <a:p>
          <a:endParaRPr lang="en-US"/>
        </a:p>
      </dgm:t>
    </dgm:pt>
    <dgm:pt modelId="{D952345E-B702-46FB-8F2E-939573EBD196}" type="sibTrans" cxnId="{CD63919A-AAE5-476A-B52D-6624B5604D05}">
      <dgm:prSet/>
      <dgm:spPr/>
      <dgm:t>
        <a:bodyPr/>
        <a:lstStyle/>
        <a:p>
          <a:endParaRPr lang="en-US"/>
        </a:p>
      </dgm:t>
    </dgm:pt>
    <dgm:pt modelId="{5740E5DB-3486-451A-AF95-811E9CD70C76}">
      <dgm:prSet/>
      <dgm:spPr/>
      <dgm:t>
        <a:bodyPr/>
        <a:lstStyle/>
        <a:p>
          <a:r>
            <a:rPr lang="en-US" b="0" i="0" dirty="0"/>
            <a:t>[End with confidence-building summary]: "You made thoughtful, protocol-based decisions. Your reasoning skills are developing well!"</a:t>
          </a:r>
          <a:endParaRPr lang="en-US" dirty="0"/>
        </a:p>
      </dgm:t>
    </dgm:pt>
    <dgm:pt modelId="{B2BA45F5-832C-4AB0-8E2C-796784ACB1EE}" type="parTrans" cxnId="{0856899C-8C65-40E0-94C3-05F3503858DD}">
      <dgm:prSet/>
      <dgm:spPr/>
      <dgm:t>
        <a:bodyPr/>
        <a:lstStyle/>
        <a:p>
          <a:endParaRPr lang="en-US"/>
        </a:p>
      </dgm:t>
    </dgm:pt>
    <dgm:pt modelId="{0B4672A4-A9B4-4551-A742-410B5D90974C}" type="sibTrans" cxnId="{0856899C-8C65-40E0-94C3-05F3503858DD}">
      <dgm:prSet/>
      <dgm:spPr/>
      <dgm:t>
        <a:bodyPr/>
        <a:lstStyle/>
        <a:p>
          <a:endParaRPr lang="en-US"/>
        </a:p>
      </dgm:t>
    </dgm:pt>
    <dgm:pt modelId="{7C03B22B-878B-4109-9683-8032692992A3}">
      <dgm:prSet/>
      <dgm:spPr/>
      <dgm:t>
        <a:bodyPr/>
        <a:lstStyle/>
        <a:p>
          <a:r>
            <a:rPr lang="en-US" b="0" i="0"/>
            <a:t>Analytics show confidence improvement, next scenario recommended</a:t>
          </a:r>
          <a:endParaRPr lang="en-US"/>
        </a:p>
      </dgm:t>
    </dgm:pt>
    <dgm:pt modelId="{B4619AE5-1895-43F7-9CC3-7F238BFC1F4F}" type="parTrans" cxnId="{E315F91E-2E93-4544-BD95-9A8FB5B6D1B4}">
      <dgm:prSet/>
      <dgm:spPr/>
      <dgm:t>
        <a:bodyPr/>
        <a:lstStyle/>
        <a:p>
          <a:endParaRPr lang="en-US"/>
        </a:p>
      </dgm:t>
    </dgm:pt>
    <dgm:pt modelId="{EEF4720C-9B3D-4A6E-84C6-AA8B3B50C44C}" type="sibTrans" cxnId="{E315F91E-2E93-4544-BD95-9A8FB5B6D1B4}">
      <dgm:prSet/>
      <dgm:spPr/>
      <dgm:t>
        <a:bodyPr/>
        <a:lstStyle/>
        <a:p>
          <a:endParaRPr lang="en-US"/>
        </a:p>
      </dgm:t>
    </dgm:pt>
    <dgm:pt modelId="{3BD08C3B-7B7F-4B75-80A4-4D7EED8CA86B}" type="pres">
      <dgm:prSet presAssocID="{D06E0F82-7A2B-4597-AC80-F8BA0F2B279A}" presName="Name0" presStyleCnt="0">
        <dgm:presLayoutVars>
          <dgm:dir/>
          <dgm:resizeHandles val="exact"/>
        </dgm:presLayoutVars>
      </dgm:prSet>
      <dgm:spPr/>
    </dgm:pt>
    <dgm:pt modelId="{A7A297EA-6A03-47FC-B46E-044FF410E0A5}" type="pres">
      <dgm:prSet presAssocID="{DEF3441B-865A-4461-B94F-9B5C25D4B130}" presName="node" presStyleLbl="node1" presStyleIdx="0" presStyleCnt="15">
        <dgm:presLayoutVars>
          <dgm:bulletEnabled val="1"/>
        </dgm:presLayoutVars>
      </dgm:prSet>
      <dgm:spPr/>
    </dgm:pt>
    <dgm:pt modelId="{21A4883B-AFC8-4854-8592-CE280B0E2DED}" type="pres">
      <dgm:prSet presAssocID="{EE3C72FF-5021-4CBD-A90C-D33BDC312EC2}" presName="sibTrans" presStyleLbl="sibTrans1D1" presStyleIdx="0" presStyleCnt="14"/>
      <dgm:spPr/>
    </dgm:pt>
    <dgm:pt modelId="{9F6E6A74-4AD0-464B-98BA-78225D950DBF}" type="pres">
      <dgm:prSet presAssocID="{EE3C72FF-5021-4CBD-A90C-D33BDC312EC2}" presName="connectorText" presStyleLbl="sibTrans1D1" presStyleIdx="0" presStyleCnt="14"/>
      <dgm:spPr/>
    </dgm:pt>
    <dgm:pt modelId="{30E001D4-0CBB-4995-BE4E-86D5331E69B9}" type="pres">
      <dgm:prSet presAssocID="{C10CDEB4-38F9-448D-8199-1B8C38E53230}" presName="node" presStyleLbl="node1" presStyleIdx="1" presStyleCnt="15">
        <dgm:presLayoutVars>
          <dgm:bulletEnabled val="1"/>
        </dgm:presLayoutVars>
      </dgm:prSet>
      <dgm:spPr/>
    </dgm:pt>
    <dgm:pt modelId="{8917A8A9-AAE8-4C78-80ED-18B5D0D82AC3}" type="pres">
      <dgm:prSet presAssocID="{8DA8DEF1-A451-49C1-B9F2-346B9B53BC1B}" presName="sibTrans" presStyleLbl="sibTrans1D1" presStyleIdx="1" presStyleCnt="14"/>
      <dgm:spPr/>
    </dgm:pt>
    <dgm:pt modelId="{CEACED6E-BCB5-4BA5-8F6C-F7D7468AA5AA}" type="pres">
      <dgm:prSet presAssocID="{8DA8DEF1-A451-49C1-B9F2-346B9B53BC1B}" presName="connectorText" presStyleLbl="sibTrans1D1" presStyleIdx="1" presStyleCnt="14"/>
      <dgm:spPr/>
    </dgm:pt>
    <dgm:pt modelId="{3A6A3E98-BB43-4D7D-93ED-FC4C46656D41}" type="pres">
      <dgm:prSet presAssocID="{3AADDD0F-5565-4E64-9B68-4BB51286FF7C}" presName="node" presStyleLbl="node1" presStyleIdx="2" presStyleCnt="15">
        <dgm:presLayoutVars>
          <dgm:bulletEnabled val="1"/>
        </dgm:presLayoutVars>
      </dgm:prSet>
      <dgm:spPr/>
    </dgm:pt>
    <dgm:pt modelId="{BA953DB7-4FAE-45B7-BD38-D8107BA31758}" type="pres">
      <dgm:prSet presAssocID="{C02AAC7D-C0F9-4692-B48A-82079DD5B71F}" presName="sibTrans" presStyleLbl="sibTrans1D1" presStyleIdx="2" presStyleCnt="14"/>
      <dgm:spPr/>
    </dgm:pt>
    <dgm:pt modelId="{5E546A04-3B4F-4A23-85DA-561C3163308C}" type="pres">
      <dgm:prSet presAssocID="{C02AAC7D-C0F9-4692-B48A-82079DD5B71F}" presName="connectorText" presStyleLbl="sibTrans1D1" presStyleIdx="2" presStyleCnt="14"/>
      <dgm:spPr/>
    </dgm:pt>
    <dgm:pt modelId="{B6FF5D0C-9E64-45AF-8E5E-1F0C22BDF5FD}" type="pres">
      <dgm:prSet presAssocID="{83C9634A-1A68-4A56-8ACB-BDD21549954B}" presName="node" presStyleLbl="node1" presStyleIdx="3" presStyleCnt="15">
        <dgm:presLayoutVars>
          <dgm:bulletEnabled val="1"/>
        </dgm:presLayoutVars>
      </dgm:prSet>
      <dgm:spPr/>
    </dgm:pt>
    <dgm:pt modelId="{C71FC85D-48FE-4585-BA49-E502EFE4EFF5}" type="pres">
      <dgm:prSet presAssocID="{3E05E16B-2399-49ED-991D-EE2DF42B612D}" presName="sibTrans" presStyleLbl="sibTrans1D1" presStyleIdx="3" presStyleCnt="14"/>
      <dgm:spPr/>
    </dgm:pt>
    <dgm:pt modelId="{FADB7A25-D975-4607-9DC0-77688FC1E83C}" type="pres">
      <dgm:prSet presAssocID="{3E05E16B-2399-49ED-991D-EE2DF42B612D}" presName="connectorText" presStyleLbl="sibTrans1D1" presStyleIdx="3" presStyleCnt="14"/>
      <dgm:spPr/>
    </dgm:pt>
    <dgm:pt modelId="{6642539C-E20C-4CD4-A735-38D5E2746592}" type="pres">
      <dgm:prSet presAssocID="{F6EBFB7D-30A3-4E17-AE3E-E884DCE6CF0A}" presName="node" presStyleLbl="node1" presStyleIdx="4" presStyleCnt="15">
        <dgm:presLayoutVars>
          <dgm:bulletEnabled val="1"/>
        </dgm:presLayoutVars>
      </dgm:prSet>
      <dgm:spPr/>
    </dgm:pt>
    <dgm:pt modelId="{A91DB7EB-220C-4AFC-A1ED-D7DF97D561FE}" type="pres">
      <dgm:prSet presAssocID="{A5C06D12-3AE2-44EA-BF30-4AB878CB3DCB}" presName="sibTrans" presStyleLbl="sibTrans1D1" presStyleIdx="4" presStyleCnt="14"/>
      <dgm:spPr/>
    </dgm:pt>
    <dgm:pt modelId="{1A6B7AB3-ADB1-4901-B805-32AE3899A373}" type="pres">
      <dgm:prSet presAssocID="{A5C06D12-3AE2-44EA-BF30-4AB878CB3DCB}" presName="connectorText" presStyleLbl="sibTrans1D1" presStyleIdx="4" presStyleCnt="14"/>
      <dgm:spPr/>
    </dgm:pt>
    <dgm:pt modelId="{9E16DD13-2287-4B52-A51C-D4DED0D1989B}" type="pres">
      <dgm:prSet presAssocID="{5F8D7285-299A-4180-B3DE-813C8D7F8C09}" presName="node" presStyleLbl="node1" presStyleIdx="5" presStyleCnt="15">
        <dgm:presLayoutVars>
          <dgm:bulletEnabled val="1"/>
        </dgm:presLayoutVars>
      </dgm:prSet>
      <dgm:spPr/>
    </dgm:pt>
    <dgm:pt modelId="{1ADB7133-9B36-431D-8798-36CD6BEB222F}" type="pres">
      <dgm:prSet presAssocID="{D0BFE09F-C918-4249-B4E4-6DE4A8C5FCFF}" presName="sibTrans" presStyleLbl="sibTrans1D1" presStyleIdx="5" presStyleCnt="14"/>
      <dgm:spPr/>
    </dgm:pt>
    <dgm:pt modelId="{90A8E1A7-2425-45D5-869A-FC2736EF3997}" type="pres">
      <dgm:prSet presAssocID="{D0BFE09F-C918-4249-B4E4-6DE4A8C5FCFF}" presName="connectorText" presStyleLbl="sibTrans1D1" presStyleIdx="5" presStyleCnt="14"/>
      <dgm:spPr/>
    </dgm:pt>
    <dgm:pt modelId="{C8B51351-2E13-4C24-8717-8599FD379F2A}" type="pres">
      <dgm:prSet presAssocID="{DAD8A8E8-3D2F-4970-9AB8-F93820FF1E1A}" presName="node" presStyleLbl="node1" presStyleIdx="6" presStyleCnt="15">
        <dgm:presLayoutVars>
          <dgm:bulletEnabled val="1"/>
        </dgm:presLayoutVars>
      </dgm:prSet>
      <dgm:spPr/>
    </dgm:pt>
    <dgm:pt modelId="{5C6BF370-3CE7-42A4-8605-407A70261FBE}" type="pres">
      <dgm:prSet presAssocID="{85F1B9E5-BDC7-42F5-9DC1-BCD63816FB79}" presName="sibTrans" presStyleLbl="sibTrans1D1" presStyleIdx="6" presStyleCnt="14"/>
      <dgm:spPr/>
    </dgm:pt>
    <dgm:pt modelId="{A6F718A3-ACCD-4D2C-9487-AA0D3B31556C}" type="pres">
      <dgm:prSet presAssocID="{85F1B9E5-BDC7-42F5-9DC1-BCD63816FB79}" presName="connectorText" presStyleLbl="sibTrans1D1" presStyleIdx="6" presStyleCnt="14"/>
      <dgm:spPr/>
    </dgm:pt>
    <dgm:pt modelId="{D7C4C440-763F-406E-A0A1-56D286F7E835}" type="pres">
      <dgm:prSet presAssocID="{959DCBB0-495E-41FE-972C-6A305672C222}" presName="node" presStyleLbl="node1" presStyleIdx="7" presStyleCnt="15">
        <dgm:presLayoutVars>
          <dgm:bulletEnabled val="1"/>
        </dgm:presLayoutVars>
      </dgm:prSet>
      <dgm:spPr/>
    </dgm:pt>
    <dgm:pt modelId="{FE85F390-3FC2-4819-934D-F47C24967753}" type="pres">
      <dgm:prSet presAssocID="{E41D1A69-96E6-426A-823C-A966EEBE7B1B}" presName="sibTrans" presStyleLbl="sibTrans1D1" presStyleIdx="7" presStyleCnt="14"/>
      <dgm:spPr/>
    </dgm:pt>
    <dgm:pt modelId="{ED92FFA0-5ACD-430D-A5BA-C9D8521BF752}" type="pres">
      <dgm:prSet presAssocID="{E41D1A69-96E6-426A-823C-A966EEBE7B1B}" presName="connectorText" presStyleLbl="sibTrans1D1" presStyleIdx="7" presStyleCnt="14"/>
      <dgm:spPr/>
    </dgm:pt>
    <dgm:pt modelId="{E7D0A2CF-D41F-4F94-9279-54FF0037C60B}" type="pres">
      <dgm:prSet presAssocID="{E15E533C-F94B-46C2-B5EA-A5553038DD7C}" presName="node" presStyleLbl="node1" presStyleIdx="8" presStyleCnt="15" custScaleX="143268" custScaleY="131584">
        <dgm:presLayoutVars>
          <dgm:bulletEnabled val="1"/>
        </dgm:presLayoutVars>
      </dgm:prSet>
      <dgm:spPr/>
    </dgm:pt>
    <dgm:pt modelId="{78ECAD1E-71E4-431A-AACF-99D54AE11D77}" type="pres">
      <dgm:prSet presAssocID="{6051F15A-A599-4E9F-A577-BEBA42028F5B}" presName="sibTrans" presStyleLbl="sibTrans1D1" presStyleIdx="8" presStyleCnt="14"/>
      <dgm:spPr/>
    </dgm:pt>
    <dgm:pt modelId="{6C78C2C4-FAAA-4AFE-B38F-65EB3DCBBD2D}" type="pres">
      <dgm:prSet presAssocID="{6051F15A-A599-4E9F-A577-BEBA42028F5B}" presName="connectorText" presStyleLbl="sibTrans1D1" presStyleIdx="8" presStyleCnt="14"/>
      <dgm:spPr/>
    </dgm:pt>
    <dgm:pt modelId="{8CB1676F-E191-4926-96CA-9EB7118045D9}" type="pres">
      <dgm:prSet presAssocID="{790895B7-7952-4D99-BE62-43970B92998F}" presName="node" presStyleLbl="node1" presStyleIdx="9" presStyleCnt="15">
        <dgm:presLayoutVars>
          <dgm:bulletEnabled val="1"/>
        </dgm:presLayoutVars>
      </dgm:prSet>
      <dgm:spPr/>
    </dgm:pt>
    <dgm:pt modelId="{77A4F148-291A-4294-8250-ABDBBA7389D2}" type="pres">
      <dgm:prSet presAssocID="{F8F70592-218E-4A99-9DEA-2C3312D3D889}" presName="sibTrans" presStyleLbl="sibTrans1D1" presStyleIdx="9" presStyleCnt="14"/>
      <dgm:spPr/>
    </dgm:pt>
    <dgm:pt modelId="{B16B9068-6B85-46D8-8311-10DCD9B4763B}" type="pres">
      <dgm:prSet presAssocID="{F8F70592-218E-4A99-9DEA-2C3312D3D889}" presName="connectorText" presStyleLbl="sibTrans1D1" presStyleIdx="9" presStyleCnt="14"/>
      <dgm:spPr/>
    </dgm:pt>
    <dgm:pt modelId="{798D1942-0F0D-4C0C-9969-7CAEA252A470}" type="pres">
      <dgm:prSet presAssocID="{3263A587-2202-4F02-B4D6-C126DDD8DB3A}" presName="node" presStyleLbl="node1" presStyleIdx="10" presStyleCnt="15" custScaleX="140901" custScaleY="129482">
        <dgm:presLayoutVars>
          <dgm:bulletEnabled val="1"/>
        </dgm:presLayoutVars>
      </dgm:prSet>
      <dgm:spPr/>
    </dgm:pt>
    <dgm:pt modelId="{B44BFAF5-A3E4-4AC2-A66E-44D7500F8228}" type="pres">
      <dgm:prSet presAssocID="{646969DF-198B-47CD-82A4-06260BBC5486}" presName="sibTrans" presStyleLbl="sibTrans1D1" presStyleIdx="10" presStyleCnt="14"/>
      <dgm:spPr/>
    </dgm:pt>
    <dgm:pt modelId="{2D759E55-7B34-447A-BF63-AFA47F0861F6}" type="pres">
      <dgm:prSet presAssocID="{646969DF-198B-47CD-82A4-06260BBC5486}" presName="connectorText" presStyleLbl="sibTrans1D1" presStyleIdx="10" presStyleCnt="14"/>
      <dgm:spPr/>
    </dgm:pt>
    <dgm:pt modelId="{C3D8BF2D-8373-4AF3-AC12-F31E661C318A}" type="pres">
      <dgm:prSet presAssocID="{A6B40164-E509-4B82-AAB7-DA58CDB2C5D7}" presName="node" presStyleLbl="node1" presStyleIdx="11" presStyleCnt="15">
        <dgm:presLayoutVars>
          <dgm:bulletEnabled val="1"/>
        </dgm:presLayoutVars>
      </dgm:prSet>
      <dgm:spPr/>
    </dgm:pt>
    <dgm:pt modelId="{5B9216C3-2D66-4DE6-A546-7CFD03C9A938}" type="pres">
      <dgm:prSet presAssocID="{A2D8037B-8468-488C-81D5-22C87908DAD1}" presName="sibTrans" presStyleLbl="sibTrans1D1" presStyleIdx="11" presStyleCnt="14"/>
      <dgm:spPr/>
    </dgm:pt>
    <dgm:pt modelId="{71C7F73B-A114-40D8-9C07-6A090CF5E463}" type="pres">
      <dgm:prSet presAssocID="{A2D8037B-8468-488C-81D5-22C87908DAD1}" presName="connectorText" presStyleLbl="sibTrans1D1" presStyleIdx="11" presStyleCnt="14"/>
      <dgm:spPr/>
    </dgm:pt>
    <dgm:pt modelId="{7AF2A18D-528B-4453-8C14-E237E8D1C1E6}" type="pres">
      <dgm:prSet presAssocID="{CD572857-0179-48A7-87E7-37C861D64609}" presName="node" presStyleLbl="node1" presStyleIdx="12" presStyleCnt="15">
        <dgm:presLayoutVars>
          <dgm:bulletEnabled val="1"/>
        </dgm:presLayoutVars>
      </dgm:prSet>
      <dgm:spPr/>
    </dgm:pt>
    <dgm:pt modelId="{2366E070-F16A-412D-85B8-6828F4F1108A}" type="pres">
      <dgm:prSet presAssocID="{D952345E-B702-46FB-8F2E-939573EBD196}" presName="sibTrans" presStyleLbl="sibTrans1D1" presStyleIdx="12" presStyleCnt="14"/>
      <dgm:spPr/>
    </dgm:pt>
    <dgm:pt modelId="{7BAF8EFE-F2A0-4BD3-8674-943BC38DE4A1}" type="pres">
      <dgm:prSet presAssocID="{D952345E-B702-46FB-8F2E-939573EBD196}" presName="connectorText" presStyleLbl="sibTrans1D1" presStyleIdx="12" presStyleCnt="14"/>
      <dgm:spPr/>
    </dgm:pt>
    <dgm:pt modelId="{76E2046D-64DC-42BA-B63A-7D10268D5D40}" type="pres">
      <dgm:prSet presAssocID="{5740E5DB-3486-451A-AF95-811E9CD70C76}" presName="node" presStyleLbl="node1" presStyleIdx="13" presStyleCnt="15" custScaleX="142412" custScaleY="118937">
        <dgm:presLayoutVars>
          <dgm:bulletEnabled val="1"/>
        </dgm:presLayoutVars>
      </dgm:prSet>
      <dgm:spPr/>
    </dgm:pt>
    <dgm:pt modelId="{2C13B467-E74E-4C10-A62A-9D822BB4D291}" type="pres">
      <dgm:prSet presAssocID="{0B4672A4-A9B4-4551-A742-410B5D90974C}" presName="sibTrans" presStyleLbl="sibTrans1D1" presStyleIdx="13" presStyleCnt="14"/>
      <dgm:spPr/>
    </dgm:pt>
    <dgm:pt modelId="{43DDB350-F9B8-434A-96B1-E475ED2C1826}" type="pres">
      <dgm:prSet presAssocID="{0B4672A4-A9B4-4551-A742-410B5D90974C}" presName="connectorText" presStyleLbl="sibTrans1D1" presStyleIdx="13" presStyleCnt="14"/>
      <dgm:spPr/>
    </dgm:pt>
    <dgm:pt modelId="{FE59DD89-D58C-434F-9230-C2D73EFD43EE}" type="pres">
      <dgm:prSet presAssocID="{7C03B22B-878B-4109-9683-8032692992A3}" presName="node" presStyleLbl="node1" presStyleIdx="14" presStyleCnt="15">
        <dgm:presLayoutVars>
          <dgm:bulletEnabled val="1"/>
        </dgm:presLayoutVars>
      </dgm:prSet>
      <dgm:spPr/>
    </dgm:pt>
  </dgm:ptLst>
  <dgm:cxnLst>
    <dgm:cxn modelId="{38742A01-D025-4A15-8114-D8D4DE466DAB}" type="presOf" srcId="{D952345E-B702-46FB-8F2E-939573EBD196}" destId="{7BAF8EFE-F2A0-4BD3-8674-943BC38DE4A1}" srcOrd="1" destOrd="0" presId="urn:microsoft.com/office/officeart/2016/7/layout/RepeatingBendingProcessNew"/>
    <dgm:cxn modelId="{F4554E03-7A77-43D8-BBAE-4407D7E7E517}" type="presOf" srcId="{C02AAC7D-C0F9-4692-B48A-82079DD5B71F}" destId="{BA953DB7-4FAE-45B7-BD38-D8107BA31758}" srcOrd="0" destOrd="0" presId="urn:microsoft.com/office/officeart/2016/7/layout/RepeatingBendingProcessNew"/>
    <dgm:cxn modelId="{E6BFE703-40A8-4DEC-B0DA-9A6A21E3A1F4}" type="presOf" srcId="{0B4672A4-A9B4-4551-A742-410B5D90974C}" destId="{43DDB350-F9B8-434A-96B1-E475ED2C1826}" srcOrd="1" destOrd="0" presId="urn:microsoft.com/office/officeart/2016/7/layout/RepeatingBendingProcessNew"/>
    <dgm:cxn modelId="{7DF6FD11-6F45-4922-BED7-42DE38F505D9}" type="presOf" srcId="{A6B40164-E509-4B82-AAB7-DA58CDB2C5D7}" destId="{C3D8BF2D-8373-4AF3-AC12-F31E661C318A}" srcOrd="0" destOrd="0" presId="urn:microsoft.com/office/officeart/2016/7/layout/RepeatingBendingProcessNew"/>
    <dgm:cxn modelId="{5B7CD716-373F-4565-9A93-378A66FD2631}" srcId="{D06E0F82-7A2B-4597-AC80-F8BA0F2B279A}" destId="{3263A587-2202-4F02-B4D6-C126DDD8DB3A}" srcOrd="10" destOrd="0" parTransId="{480DAC1C-FF70-4653-98E3-D925479C2D15}" sibTransId="{646969DF-198B-47CD-82A4-06260BBC5486}"/>
    <dgm:cxn modelId="{B2009519-2CF1-4CBC-A021-FA00BAA932EA}" type="presOf" srcId="{A5C06D12-3AE2-44EA-BF30-4AB878CB3DCB}" destId="{A91DB7EB-220C-4AFC-A1ED-D7DF97D561FE}" srcOrd="0" destOrd="0" presId="urn:microsoft.com/office/officeart/2016/7/layout/RepeatingBendingProcessNew"/>
    <dgm:cxn modelId="{542B251B-A292-4EDA-B276-411ADBFB0AD1}" srcId="{D06E0F82-7A2B-4597-AC80-F8BA0F2B279A}" destId="{A6B40164-E509-4B82-AAB7-DA58CDB2C5D7}" srcOrd="11" destOrd="0" parTransId="{DC4B4BB4-A47B-433C-9A0F-BA19918A71F5}" sibTransId="{A2D8037B-8468-488C-81D5-22C87908DAD1}"/>
    <dgm:cxn modelId="{8C73721D-4C50-4676-AE4F-A381BFA6ED9A}" type="presOf" srcId="{E41D1A69-96E6-426A-823C-A966EEBE7B1B}" destId="{ED92FFA0-5ACD-430D-A5BA-C9D8521BF752}" srcOrd="1" destOrd="0" presId="urn:microsoft.com/office/officeart/2016/7/layout/RepeatingBendingProcessNew"/>
    <dgm:cxn modelId="{E315F91E-2E93-4544-BD95-9A8FB5B6D1B4}" srcId="{D06E0F82-7A2B-4597-AC80-F8BA0F2B279A}" destId="{7C03B22B-878B-4109-9683-8032692992A3}" srcOrd="14" destOrd="0" parTransId="{B4619AE5-1895-43F7-9CC3-7F238BFC1F4F}" sibTransId="{EEF4720C-9B3D-4A6E-84C6-AA8B3B50C44C}"/>
    <dgm:cxn modelId="{39209A22-1D04-4F65-8AD7-D11A233E80B4}" type="presOf" srcId="{D06E0F82-7A2B-4597-AC80-F8BA0F2B279A}" destId="{3BD08C3B-7B7F-4B75-80A4-4D7EED8CA86B}" srcOrd="0" destOrd="0" presId="urn:microsoft.com/office/officeart/2016/7/layout/RepeatingBendingProcessNew"/>
    <dgm:cxn modelId="{D0AEA529-78DA-4F28-92BC-F1051A88FC8C}" srcId="{D06E0F82-7A2B-4597-AC80-F8BA0F2B279A}" destId="{3AADDD0F-5565-4E64-9B68-4BB51286FF7C}" srcOrd="2" destOrd="0" parTransId="{C826C625-7FD0-49F1-ADA9-55980EFA0D0F}" sibTransId="{C02AAC7D-C0F9-4692-B48A-82079DD5B71F}"/>
    <dgm:cxn modelId="{37107631-67A4-4F92-A383-6004D515146F}" type="presOf" srcId="{A2D8037B-8468-488C-81D5-22C87908DAD1}" destId="{71C7F73B-A114-40D8-9C07-6A090CF5E463}" srcOrd="1" destOrd="0" presId="urn:microsoft.com/office/officeart/2016/7/layout/RepeatingBendingProcessNew"/>
    <dgm:cxn modelId="{3ECDDD34-601D-4722-9B87-AD8AE78BD0FB}" type="presOf" srcId="{959DCBB0-495E-41FE-972C-6A305672C222}" destId="{D7C4C440-763F-406E-A0A1-56D286F7E835}" srcOrd="0" destOrd="0" presId="urn:microsoft.com/office/officeart/2016/7/layout/RepeatingBendingProcessNew"/>
    <dgm:cxn modelId="{EA9C5539-E8DA-4EF1-B230-E55774876258}" type="presOf" srcId="{6051F15A-A599-4E9F-A577-BEBA42028F5B}" destId="{78ECAD1E-71E4-431A-AACF-99D54AE11D77}" srcOrd="0" destOrd="0" presId="urn:microsoft.com/office/officeart/2016/7/layout/RepeatingBendingProcessNew"/>
    <dgm:cxn modelId="{919C143F-DD80-4C6E-A182-026128F8F2F9}" type="presOf" srcId="{C02AAC7D-C0F9-4692-B48A-82079DD5B71F}" destId="{5E546A04-3B4F-4A23-85DA-561C3163308C}" srcOrd="1" destOrd="0" presId="urn:microsoft.com/office/officeart/2016/7/layout/RepeatingBendingProcessNew"/>
    <dgm:cxn modelId="{B716D740-EE38-4EB0-8257-B8C20E9EC184}" type="presOf" srcId="{0B4672A4-A9B4-4551-A742-410B5D90974C}" destId="{2C13B467-E74E-4C10-A62A-9D822BB4D291}" srcOrd="0" destOrd="0" presId="urn:microsoft.com/office/officeart/2016/7/layout/RepeatingBendingProcessNew"/>
    <dgm:cxn modelId="{3011765E-0421-49E0-B5FF-7974242543AB}" type="presOf" srcId="{646969DF-198B-47CD-82A4-06260BBC5486}" destId="{B44BFAF5-A3E4-4AC2-A66E-44D7500F8228}" srcOrd="0" destOrd="0" presId="urn:microsoft.com/office/officeart/2016/7/layout/RepeatingBendingProcessNew"/>
    <dgm:cxn modelId="{6F522C41-DE28-4D60-9259-4A315D44365E}" type="presOf" srcId="{E41D1A69-96E6-426A-823C-A966EEBE7B1B}" destId="{FE85F390-3FC2-4819-934D-F47C24967753}" srcOrd="0" destOrd="0" presId="urn:microsoft.com/office/officeart/2016/7/layout/RepeatingBendingProcessNew"/>
    <dgm:cxn modelId="{A310BC62-B0F1-4F2D-B124-65761D61655D}" type="presOf" srcId="{3AADDD0F-5565-4E64-9B68-4BB51286FF7C}" destId="{3A6A3E98-BB43-4D7D-93ED-FC4C46656D41}" srcOrd="0" destOrd="0" presId="urn:microsoft.com/office/officeart/2016/7/layout/RepeatingBendingProcessNew"/>
    <dgm:cxn modelId="{D57E3565-A410-460E-847A-1F0B0AE01C5D}" srcId="{D06E0F82-7A2B-4597-AC80-F8BA0F2B279A}" destId="{E15E533C-F94B-46C2-B5EA-A5553038DD7C}" srcOrd="8" destOrd="0" parTransId="{613ED14D-DA98-49F8-B9E7-ACB6D8043C8E}" sibTransId="{6051F15A-A599-4E9F-A577-BEBA42028F5B}"/>
    <dgm:cxn modelId="{5AEAA649-1FAA-4994-B424-4ABD06173DAD}" type="presOf" srcId="{8DA8DEF1-A451-49C1-B9F2-346B9B53BC1B}" destId="{8917A8A9-AAE8-4C78-80ED-18B5D0D82AC3}" srcOrd="0" destOrd="0" presId="urn:microsoft.com/office/officeart/2016/7/layout/RepeatingBendingProcessNew"/>
    <dgm:cxn modelId="{A6CF294C-BD1B-4030-A71E-7078518A6AC1}" srcId="{D06E0F82-7A2B-4597-AC80-F8BA0F2B279A}" destId="{790895B7-7952-4D99-BE62-43970B92998F}" srcOrd="9" destOrd="0" parTransId="{141F41AB-B9B2-4754-821A-687DD3E4F5B8}" sibTransId="{F8F70592-218E-4A99-9DEA-2C3312D3D889}"/>
    <dgm:cxn modelId="{8642E16E-0361-4D0B-B7B1-D7391D65B1FA}" srcId="{D06E0F82-7A2B-4597-AC80-F8BA0F2B279A}" destId="{5F8D7285-299A-4180-B3DE-813C8D7F8C09}" srcOrd="5" destOrd="0" parTransId="{99E25CC7-3165-40AF-9CC3-9B70F79574AA}" sibTransId="{D0BFE09F-C918-4249-B4E4-6DE4A8C5FCFF}"/>
    <dgm:cxn modelId="{0408AE54-4FEF-45DF-B371-3C880EDA7958}" type="presOf" srcId="{646969DF-198B-47CD-82A4-06260BBC5486}" destId="{2D759E55-7B34-447A-BF63-AFA47F0861F6}" srcOrd="1" destOrd="0" presId="urn:microsoft.com/office/officeart/2016/7/layout/RepeatingBendingProcessNew"/>
    <dgm:cxn modelId="{5705AE55-44B6-44E8-939C-1ECA3301DE32}" type="presOf" srcId="{5F8D7285-299A-4180-B3DE-813C8D7F8C09}" destId="{9E16DD13-2287-4B52-A51C-D4DED0D1989B}" srcOrd="0" destOrd="0" presId="urn:microsoft.com/office/officeart/2016/7/layout/RepeatingBendingProcessNew"/>
    <dgm:cxn modelId="{90973178-9D13-4D28-A972-4A5E928003B0}" type="presOf" srcId="{CD572857-0179-48A7-87E7-37C861D64609}" destId="{7AF2A18D-528B-4453-8C14-E237E8D1C1E6}" srcOrd="0" destOrd="0" presId="urn:microsoft.com/office/officeart/2016/7/layout/RepeatingBendingProcessNew"/>
    <dgm:cxn modelId="{AD3A9B5A-620F-4FF3-B503-31DD020DA6E1}" type="presOf" srcId="{F8F70592-218E-4A99-9DEA-2C3312D3D889}" destId="{B16B9068-6B85-46D8-8311-10DCD9B4763B}" srcOrd="1" destOrd="0" presId="urn:microsoft.com/office/officeart/2016/7/layout/RepeatingBendingProcessNew"/>
    <dgm:cxn modelId="{D8B90E7B-4902-48F5-89C7-FA053984592D}" type="presOf" srcId="{DEF3441B-865A-4461-B94F-9B5C25D4B130}" destId="{A7A297EA-6A03-47FC-B46E-044FF410E0A5}" srcOrd="0" destOrd="0" presId="urn:microsoft.com/office/officeart/2016/7/layout/RepeatingBendingProcessNew"/>
    <dgm:cxn modelId="{40399982-DBC8-4B86-9616-7E3187DE1BD5}" type="presOf" srcId="{85F1B9E5-BDC7-42F5-9DC1-BCD63816FB79}" destId="{A6F718A3-ACCD-4D2C-9487-AA0D3B31556C}" srcOrd="1" destOrd="0" presId="urn:microsoft.com/office/officeart/2016/7/layout/RepeatingBendingProcessNew"/>
    <dgm:cxn modelId="{32A9A983-8FC2-488E-9F18-411E5AB6569B}" srcId="{D06E0F82-7A2B-4597-AC80-F8BA0F2B279A}" destId="{83C9634A-1A68-4A56-8ACB-BDD21549954B}" srcOrd="3" destOrd="0" parTransId="{D5C293CF-87AD-4F43-98A0-6C9002B8BAF7}" sibTransId="{3E05E16B-2399-49ED-991D-EE2DF42B612D}"/>
    <dgm:cxn modelId="{45FD4284-1BB7-488E-BE40-A74C791B62BF}" type="presOf" srcId="{8DA8DEF1-A451-49C1-B9F2-346B9B53BC1B}" destId="{CEACED6E-BCB5-4BA5-8F6C-F7D7468AA5AA}" srcOrd="1" destOrd="0" presId="urn:microsoft.com/office/officeart/2016/7/layout/RepeatingBendingProcessNew"/>
    <dgm:cxn modelId="{DB42778D-E8E3-417E-83A4-E3AAD6B2F64D}" type="presOf" srcId="{D0BFE09F-C918-4249-B4E4-6DE4A8C5FCFF}" destId="{90A8E1A7-2425-45D5-869A-FC2736EF3997}" srcOrd="1" destOrd="0" presId="urn:microsoft.com/office/officeart/2016/7/layout/RepeatingBendingProcessNew"/>
    <dgm:cxn modelId="{9B7E538F-2941-418C-9857-B5CE15DFC6C8}" srcId="{D06E0F82-7A2B-4597-AC80-F8BA0F2B279A}" destId="{959DCBB0-495E-41FE-972C-6A305672C222}" srcOrd="7" destOrd="0" parTransId="{68FBA4F7-D33A-4589-9392-AF64676C3410}" sibTransId="{E41D1A69-96E6-426A-823C-A966EEBE7B1B}"/>
    <dgm:cxn modelId="{8C2E5295-981B-46D9-9399-26775BEA0E89}" type="presOf" srcId="{D952345E-B702-46FB-8F2E-939573EBD196}" destId="{2366E070-F16A-412D-85B8-6828F4F1108A}" srcOrd="0" destOrd="0" presId="urn:microsoft.com/office/officeart/2016/7/layout/RepeatingBendingProcessNew"/>
    <dgm:cxn modelId="{7C8B1C96-A9F5-4CC3-9459-0A2C7C448D24}" type="presOf" srcId="{3E05E16B-2399-49ED-991D-EE2DF42B612D}" destId="{C71FC85D-48FE-4585-BA49-E502EFE4EFF5}" srcOrd="0" destOrd="0" presId="urn:microsoft.com/office/officeart/2016/7/layout/RepeatingBendingProcessNew"/>
    <dgm:cxn modelId="{B05EE196-63CF-45F6-9065-38398547757F}" type="presOf" srcId="{790895B7-7952-4D99-BE62-43970B92998F}" destId="{8CB1676F-E191-4926-96CA-9EB7118045D9}" srcOrd="0" destOrd="0" presId="urn:microsoft.com/office/officeart/2016/7/layout/RepeatingBendingProcessNew"/>
    <dgm:cxn modelId="{05A9BC97-01C6-40AC-B0C7-BBE9B8F134EB}" type="presOf" srcId="{85F1B9E5-BDC7-42F5-9DC1-BCD63816FB79}" destId="{5C6BF370-3CE7-42A4-8605-407A70261FBE}" srcOrd="0" destOrd="0" presId="urn:microsoft.com/office/officeart/2016/7/layout/RepeatingBendingProcessNew"/>
    <dgm:cxn modelId="{CC031F98-D8CA-43EE-A143-40F4EB5D2584}" srcId="{D06E0F82-7A2B-4597-AC80-F8BA0F2B279A}" destId="{F6EBFB7D-30A3-4E17-AE3E-E884DCE6CF0A}" srcOrd="4" destOrd="0" parTransId="{1DD05E4C-6672-45F3-8441-34ED29AF98F2}" sibTransId="{A5C06D12-3AE2-44EA-BF30-4AB878CB3DCB}"/>
    <dgm:cxn modelId="{CD63919A-AAE5-476A-B52D-6624B5604D05}" srcId="{D06E0F82-7A2B-4597-AC80-F8BA0F2B279A}" destId="{CD572857-0179-48A7-87E7-37C861D64609}" srcOrd="12" destOrd="0" parTransId="{379B5323-486E-48BE-A619-055F2FFA804E}" sibTransId="{D952345E-B702-46FB-8F2E-939573EBD196}"/>
    <dgm:cxn modelId="{0856899C-8C65-40E0-94C3-05F3503858DD}" srcId="{D06E0F82-7A2B-4597-AC80-F8BA0F2B279A}" destId="{5740E5DB-3486-451A-AF95-811E9CD70C76}" srcOrd="13" destOrd="0" parTransId="{B2BA45F5-832C-4AB0-8E2C-796784ACB1EE}" sibTransId="{0B4672A4-A9B4-4551-A742-410B5D90974C}"/>
    <dgm:cxn modelId="{5A7DA89D-0CB0-454C-AD97-8537F59C4B5C}" srcId="{D06E0F82-7A2B-4597-AC80-F8BA0F2B279A}" destId="{C10CDEB4-38F9-448D-8199-1B8C38E53230}" srcOrd="1" destOrd="0" parTransId="{EBF8B03B-3A88-4D1D-B97D-687FE804FE9C}" sibTransId="{8DA8DEF1-A451-49C1-B9F2-346B9B53BC1B}"/>
    <dgm:cxn modelId="{B87E63A8-E96B-4DE1-816A-335C44D7AC99}" type="presOf" srcId="{EE3C72FF-5021-4CBD-A90C-D33BDC312EC2}" destId="{21A4883B-AFC8-4854-8592-CE280B0E2DED}" srcOrd="0" destOrd="0" presId="urn:microsoft.com/office/officeart/2016/7/layout/RepeatingBendingProcessNew"/>
    <dgm:cxn modelId="{AA0E55AD-0EA3-4C19-A925-0450F721C0D8}" type="presOf" srcId="{83C9634A-1A68-4A56-8ACB-BDD21549954B}" destId="{B6FF5D0C-9E64-45AF-8E5E-1F0C22BDF5FD}" srcOrd="0" destOrd="0" presId="urn:microsoft.com/office/officeart/2016/7/layout/RepeatingBendingProcessNew"/>
    <dgm:cxn modelId="{C6BF42AF-8CF8-4035-9D19-1F1E69F7FB2A}" type="presOf" srcId="{A5C06D12-3AE2-44EA-BF30-4AB878CB3DCB}" destId="{1A6B7AB3-ADB1-4901-B805-32AE3899A373}" srcOrd="1" destOrd="0" presId="urn:microsoft.com/office/officeart/2016/7/layout/RepeatingBendingProcessNew"/>
    <dgm:cxn modelId="{1436C0B7-F81A-416D-AB97-F6B6B3BA42CB}" type="presOf" srcId="{3263A587-2202-4F02-B4D6-C126DDD8DB3A}" destId="{798D1942-0F0D-4C0C-9969-7CAEA252A470}" srcOrd="0" destOrd="0" presId="urn:microsoft.com/office/officeart/2016/7/layout/RepeatingBendingProcessNew"/>
    <dgm:cxn modelId="{91C0F4BA-0299-4905-A940-A58E82165F4A}" type="presOf" srcId="{DAD8A8E8-3D2F-4970-9AB8-F93820FF1E1A}" destId="{C8B51351-2E13-4C24-8717-8599FD379F2A}" srcOrd="0" destOrd="0" presId="urn:microsoft.com/office/officeart/2016/7/layout/RepeatingBendingProcessNew"/>
    <dgm:cxn modelId="{E5ADCDBE-4960-43E6-A491-399DB7D97214}" type="presOf" srcId="{6051F15A-A599-4E9F-A577-BEBA42028F5B}" destId="{6C78C2C4-FAAA-4AFE-B38F-65EB3DCBBD2D}" srcOrd="1" destOrd="0" presId="urn:microsoft.com/office/officeart/2016/7/layout/RepeatingBendingProcessNew"/>
    <dgm:cxn modelId="{36F648C4-F0B8-4843-A56D-3CDD048353D2}" type="presOf" srcId="{D0BFE09F-C918-4249-B4E4-6DE4A8C5FCFF}" destId="{1ADB7133-9B36-431D-8798-36CD6BEB222F}" srcOrd="0" destOrd="0" presId="urn:microsoft.com/office/officeart/2016/7/layout/RepeatingBendingProcessNew"/>
    <dgm:cxn modelId="{84CF9EC6-FB61-41A2-999A-A051D1816387}" type="presOf" srcId="{E15E533C-F94B-46C2-B5EA-A5553038DD7C}" destId="{E7D0A2CF-D41F-4F94-9279-54FF0037C60B}" srcOrd="0" destOrd="0" presId="urn:microsoft.com/office/officeart/2016/7/layout/RepeatingBendingProcessNew"/>
    <dgm:cxn modelId="{AA296DC9-B167-4BB8-A492-6BE539BE1C89}" type="presOf" srcId="{5740E5DB-3486-451A-AF95-811E9CD70C76}" destId="{76E2046D-64DC-42BA-B63A-7D10268D5D40}" srcOrd="0" destOrd="0" presId="urn:microsoft.com/office/officeart/2016/7/layout/RepeatingBendingProcessNew"/>
    <dgm:cxn modelId="{25E90BD8-25EB-4580-A543-B431B7EC48A3}" type="presOf" srcId="{3E05E16B-2399-49ED-991D-EE2DF42B612D}" destId="{FADB7A25-D975-4607-9DC0-77688FC1E83C}" srcOrd="1" destOrd="0" presId="urn:microsoft.com/office/officeart/2016/7/layout/RepeatingBendingProcessNew"/>
    <dgm:cxn modelId="{B116B5DB-AB89-4229-A818-07ADFCE5E4B3}" srcId="{D06E0F82-7A2B-4597-AC80-F8BA0F2B279A}" destId="{DEF3441B-865A-4461-B94F-9B5C25D4B130}" srcOrd="0" destOrd="0" parTransId="{23E0324E-A761-4DDB-8BAB-CD472A38F4A9}" sibTransId="{EE3C72FF-5021-4CBD-A90C-D33BDC312EC2}"/>
    <dgm:cxn modelId="{99886DE7-8AA2-4052-9B7C-9ECD35A2CE34}" type="presOf" srcId="{EE3C72FF-5021-4CBD-A90C-D33BDC312EC2}" destId="{9F6E6A74-4AD0-464B-98BA-78225D950DBF}" srcOrd="1" destOrd="0" presId="urn:microsoft.com/office/officeart/2016/7/layout/RepeatingBendingProcessNew"/>
    <dgm:cxn modelId="{8B53D7E8-260E-444A-8417-CDE5A95007DB}" type="presOf" srcId="{F8F70592-218E-4A99-9DEA-2C3312D3D889}" destId="{77A4F148-291A-4294-8250-ABDBBA7389D2}" srcOrd="0" destOrd="0" presId="urn:microsoft.com/office/officeart/2016/7/layout/RepeatingBendingProcessNew"/>
    <dgm:cxn modelId="{D5EBC3F6-1EA8-4A3F-A585-9E8E761902E9}" srcId="{D06E0F82-7A2B-4597-AC80-F8BA0F2B279A}" destId="{DAD8A8E8-3D2F-4970-9AB8-F93820FF1E1A}" srcOrd="6" destOrd="0" parTransId="{77E3B04A-66E7-415A-BF53-BCE4B3205C5E}" sibTransId="{85F1B9E5-BDC7-42F5-9DC1-BCD63816FB79}"/>
    <dgm:cxn modelId="{078A53F8-5C70-46FA-AAE1-09834D88B7EB}" type="presOf" srcId="{C10CDEB4-38F9-448D-8199-1B8C38E53230}" destId="{30E001D4-0CBB-4995-BE4E-86D5331E69B9}" srcOrd="0" destOrd="0" presId="urn:microsoft.com/office/officeart/2016/7/layout/RepeatingBendingProcessNew"/>
    <dgm:cxn modelId="{344D69FB-8952-4BB2-B8E1-084B5E5D4E01}" type="presOf" srcId="{F6EBFB7D-30A3-4E17-AE3E-E884DCE6CF0A}" destId="{6642539C-E20C-4CD4-A735-38D5E2746592}" srcOrd="0" destOrd="0" presId="urn:microsoft.com/office/officeart/2016/7/layout/RepeatingBendingProcessNew"/>
    <dgm:cxn modelId="{4F11F1FD-789D-4D8B-8E52-4CECC692C222}" type="presOf" srcId="{A2D8037B-8468-488C-81D5-22C87908DAD1}" destId="{5B9216C3-2D66-4DE6-A546-7CFD03C9A938}" srcOrd="0" destOrd="0" presId="urn:microsoft.com/office/officeart/2016/7/layout/RepeatingBendingProcessNew"/>
    <dgm:cxn modelId="{F41685FE-0629-4B84-A67F-5CB642C3EA99}" type="presOf" srcId="{7C03B22B-878B-4109-9683-8032692992A3}" destId="{FE59DD89-D58C-434F-9230-C2D73EFD43EE}" srcOrd="0" destOrd="0" presId="urn:microsoft.com/office/officeart/2016/7/layout/RepeatingBendingProcessNew"/>
    <dgm:cxn modelId="{35D029F0-7F80-46DB-96E3-096452ABB8BA}" type="presParOf" srcId="{3BD08C3B-7B7F-4B75-80A4-4D7EED8CA86B}" destId="{A7A297EA-6A03-47FC-B46E-044FF410E0A5}" srcOrd="0" destOrd="0" presId="urn:microsoft.com/office/officeart/2016/7/layout/RepeatingBendingProcessNew"/>
    <dgm:cxn modelId="{6A0892B1-01E1-4995-886A-A497AD7A3432}" type="presParOf" srcId="{3BD08C3B-7B7F-4B75-80A4-4D7EED8CA86B}" destId="{21A4883B-AFC8-4854-8592-CE280B0E2DED}" srcOrd="1" destOrd="0" presId="urn:microsoft.com/office/officeart/2016/7/layout/RepeatingBendingProcessNew"/>
    <dgm:cxn modelId="{A79E9496-86FB-4EDD-86C3-3E88DD4A3275}" type="presParOf" srcId="{21A4883B-AFC8-4854-8592-CE280B0E2DED}" destId="{9F6E6A74-4AD0-464B-98BA-78225D950DBF}" srcOrd="0" destOrd="0" presId="urn:microsoft.com/office/officeart/2016/7/layout/RepeatingBendingProcessNew"/>
    <dgm:cxn modelId="{C9706D45-0409-4461-BC26-7D60D6D1E0C1}" type="presParOf" srcId="{3BD08C3B-7B7F-4B75-80A4-4D7EED8CA86B}" destId="{30E001D4-0CBB-4995-BE4E-86D5331E69B9}" srcOrd="2" destOrd="0" presId="urn:microsoft.com/office/officeart/2016/7/layout/RepeatingBendingProcessNew"/>
    <dgm:cxn modelId="{6985142D-A37B-47C4-8B83-2A9375231F8D}" type="presParOf" srcId="{3BD08C3B-7B7F-4B75-80A4-4D7EED8CA86B}" destId="{8917A8A9-AAE8-4C78-80ED-18B5D0D82AC3}" srcOrd="3" destOrd="0" presId="urn:microsoft.com/office/officeart/2016/7/layout/RepeatingBendingProcessNew"/>
    <dgm:cxn modelId="{B44FB1CB-347F-4775-B6B3-85ABB47F9B05}" type="presParOf" srcId="{8917A8A9-AAE8-4C78-80ED-18B5D0D82AC3}" destId="{CEACED6E-BCB5-4BA5-8F6C-F7D7468AA5AA}" srcOrd="0" destOrd="0" presId="urn:microsoft.com/office/officeart/2016/7/layout/RepeatingBendingProcessNew"/>
    <dgm:cxn modelId="{BD5A5BA9-5673-4A14-A1AB-64049C6B6CBA}" type="presParOf" srcId="{3BD08C3B-7B7F-4B75-80A4-4D7EED8CA86B}" destId="{3A6A3E98-BB43-4D7D-93ED-FC4C46656D41}" srcOrd="4" destOrd="0" presId="urn:microsoft.com/office/officeart/2016/7/layout/RepeatingBendingProcessNew"/>
    <dgm:cxn modelId="{182E07B3-42AF-40B1-B14E-D6B505813BDE}" type="presParOf" srcId="{3BD08C3B-7B7F-4B75-80A4-4D7EED8CA86B}" destId="{BA953DB7-4FAE-45B7-BD38-D8107BA31758}" srcOrd="5" destOrd="0" presId="urn:microsoft.com/office/officeart/2016/7/layout/RepeatingBendingProcessNew"/>
    <dgm:cxn modelId="{4FBCA3EC-CE69-4E3D-8357-9B8EB0F50C84}" type="presParOf" srcId="{BA953DB7-4FAE-45B7-BD38-D8107BA31758}" destId="{5E546A04-3B4F-4A23-85DA-561C3163308C}" srcOrd="0" destOrd="0" presId="urn:microsoft.com/office/officeart/2016/7/layout/RepeatingBendingProcessNew"/>
    <dgm:cxn modelId="{E55C11F2-60FE-4362-8CE0-E75CE7AA4DC7}" type="presParOf" srcId="{3BD08C3B-7B7F-4B75-80A4-4D7EED8CA86B}" destId="{B6FF5D0C-9E64-45AF-8E5E-1F0C22BDF5FD}" srcOrd="6" destOrd="0" presId="urn:microsoft.com/office/officeart/2016/7/layout/RepeatingBendingProcessNew"/>
    <dgm:cxn modelId="{A9BE6271-598D-47D9-BD07-F16FB30738C5}" type="presParOf" srcId="{3BD08C3B-7B7F-4B75-80A4-4D7EED8CA86B}" destId="{C71FC85D-48FE-4585-BA49-E502EFE4EFF5}" srcOrd="7" destOrd="0" presId="urn:microsoft.com/office/officeart/2016/7/layout/RepeatingBendingProcessNew"/>
    <dgm:cxn modelId="{CC19DEE8-D7C5-406A-B31E-D88C8BF298BE}" type="presParOf" srcId="{C71FC85D-48FE-4585-BA49-E502EFE4EFF5}" destId="{FADB7A25-D975-4607-9DC0-77688FC1E83C}" srcOrd="0" destOrd="0" presId="urn:microsoft.com/office/officeart/2016/7/layout/RepeatingBendingProcessNew"/>
    <dgm:cxn modelId="{C9FC7181-79D8-440A-8D18-27E43973C659}" type="presParOf" srcId="{3BD08C3B-7B7F-4B75-80A4-4D7EED8CA86B}" destId="{6642539C-E20C-4CD4-A735-38D5E2746592}" srcOrd="8" destOrd="0" presId="urn:microsoft.com/office/officeart/2016/7/layout/RepeatingBendingProcessNew"/>
    <dgm:cxn modelId="{FDAFB697-9EAE-4BAB-A8BB-C1F83AC3BC3D}" type="presParOf" srcId="{3BD08C3B-7B7F-4B75-80A4-4D7EED8CA86B}" destId="{A91DB7EB-220C-4AFC-A1ED-D7DF97D561FE}" srcOrd="9" destOrd="0" presId="urn:microsoft.com/office/officeart/2016/7/layout/RepeatingBendingProcessNew"/>
    <dgm:cxn modelId="{19811AD9-3AB7-441C-AE92-41792429CF23}" type="presParOf" srcId="{A91DB7EB-220C-4AFC-A1ED-D7DF97D561FE}" destId="{1A6B7AB3-ADB1-4901-B805-32AE3899A373}" srcOrd="0" destOrd="0" presId="urn:microsoft.com/office/officeart/2016/7/layout/RepeatingBendingProcessNew"/>
    <dgm:cxn modelId="{E01B48BD-5162-4C6F-BDC0-DD9B59A165F5}" type="presParOf" srcId="{3BD08C3B-7B7F-4B75-80A4-4D7EED8CA86B}" destId="{9E16DD13-2287-4B52-A51C-D4DED0D1989B}" srcOrd="10" destOrd="0" presId="urn:microsoft.com/office/officeart/2016/7/layout/RepeatingBendingProcessNew"/>
    <dgm:cxn modelId="{B602B7ED-3F49-459D-904B-0E69DA44001C}" type="presParOf" srcId="{3BD08C3B-7B7F-4B75-80A4-4D7EED8CA86B}" destId="{1ADB7133-9B36-431D-8798-36CD6BEB222F}" srcOrd="11" destOrd="0" presId="urn:microsoft.com/office/officeart/2016/7/layout/RepeatingBendingProcessNew"/>
    <dgm:cxn modelId="{852D5D3F-CB6D-41A2-9733-0FDD4DA13F4F}" type="presParOf" srcId="{1ADB7133-9B36-431D-8798-36CD6BEB222F}" destId="{90A8E1A7-2425-45D5-869A-FC2736EF3997}" srcOrd="0" destOrd="0" presId="urn:microsoft.com/office/officeart/2016/7/layout/RepeatingBendingProcessNew"/>
    <dgm:cxn modelId="{F5181B25-A85D-4C8D-9072-05A736DE09BA}" type="presParOf" srcId="{3BD08C3B-7B7F-4B75-80A4-4D7EED8CA86B}" destId="{C8B51351-2E13-4C24-8717-8599FD379F2A}" srcOrd="12" destOrd="0" presId="urn:microsoft.com/office/officeart/2016/7/layout/RepeatingBendingProcessNew"/>
    <dgm:cxn modelId="{60061272-C154-4FB9-8312-1D3CA926A50E}" type="presParOf" srcId="{3BD08C3B-7B7F-4B75-80A4-4D7EED8CA86B}" destId="{5C6BF370-3CE7-42A4-8605-407A70261FBE}" srcOrd="13" destOrd="0" presId="urn:microsoft.com/office/officeart/2016/7/layout/RepeatingBendingProcessNew"/>
    <dgm:cxn modelId="{C518E167-1DC4-4AA8-8CDE-506181C43374}" type="presParOf" srcId="{5C6BF370-3CE7-42A4-8605-407A70261FBE}" destId="{A6F718A3-ACCD-4D2C-9487-AA0D3B31556C}" srcOrd="0" destOrd="0" presId="urn:microsoft.com/office/officeart/2016/7/layout/RepeatingBendingProcessNew"/>
    <dgm:cxn modelId="{1381204A-B7E4-4B9A-93CB-C2242A256A1E}" type="presParOf" srcId="{3BD08C3B-7B7F-4B75-80A4-4D7EED8CA86B}" destId="{D7C4C440-763F-406E-A0A1-56D286F7E835}" srcOrd="14" destOrd="0" presId="urn:microsoft.com/office/officeart/2016/7/layout/RepeatingBendingProcessNew"/>
    <dgm:cxn modelId="{166946A5-5B30-4303-ADA6-6FCE4D05EA55}" type="presParOf" srcId="{3BD08C3B-7B7F-4B75-80A4-4D7EED8CA86B}" destId="{FE85F390-3FC2-4819-934D-F47C24967753}" srcOrd="15" destOrd="0" presId="urn:microsoft.com/office/officeart/2016/7/layout/RepeatingBendingProcessNew"/>
    <dgm:cxn modelId="{DBC4D039-AFBE-40C6-AEE2-7F1148B6F728}" type="presParOf" srcId="{FE85F390-3FC2-4819-934D-F47C24967753}" destId="{ED92FFA0-5ACD-430D-A5BA-C9D8521BF752}" srcOrd="0" destOrd="0" presId="urn:microsoft.com/office/officeart/2016/7/layout/RepeatingBendingProcessNew"/>
    <dgm:cxn modelId="{9864E1F5-A78A-490B-84BB-DAEE3135A51E}" type="presParOf" srcId="{3BD08C3B-7B7F-4B75-80A4-4D7EED8CA86B}" destId="{E7D0A2CF-D41F-4F94-9279-54FF0037C60B}" srcOrd="16" destOrd="0" presId="urn:microsoft.com/office/officeart/2016/7/layout/RepeatingBendingProcessNew"/>
    <dgm:cxn modelId="{C2F1A0E9-78AF-4D2F-841C-A857C94D9C97}" type="presParOf" srcId="{3BD08C3B-7B7F-4B75-80A4-4D7EED8CA86B}" destId="{78ECAD1E-71E4-431A-AACF-99D54AE11D77}" srcOrd="17" destOrd="0" presId="urn:microsoft.com/office/officeart/2016/7/layout/RepeatingBendingProcessNew"/>
    <dgm:cxn modelId="{821BC7C5-02B1-4489-9592-FE01AE3935A4}" type="presParOf" srcId="{78ECAD1E-71E4-431A-AACF-99D54AE11D77}" destId="{6C78C2C4-FAAA-4AFE-B38F-65EB3DCBBD2D}" srcOrd="0" destOrd="0" presId="urn:microsoft.com/office/officeart/2016/7/layout/RepeatingBendingProcessNew"/>
    <dgm:cxn modelId="{721716B0-BAB0-4789-BC75-19247290C42E}" type="presParOf" srcId="{3BD08C3B-7B7F-4B75-80A4-4D7EED8CA86B}" destId="{8CB1676F-E191-4926-96CA-9EB7118045D9}" srcOrd="18" destOrd="0" presId="urn:microsoft.com/office/officeart/2016/7/layout/RepeatingBendingProcessNew"/>
    <dgm:cxn modelId="{C106872F-5ADD-4CE0-A9FD-8FF0FB802C90}" type="presParOf" srcId="{3BD08C3B-7B7F-4B75-80A4-4D7EED8CA86B}" destId="{77A4F148-291A-4294-8250-ABDBBA7389D2}" srcOrd="19" destOrd="0" presId="urn:microsoft.com/office/officeart/2016/7/layout/RepeatingBendingProcessNew"/>
    <dgm:cxn modelId="{622D1F46-3B74-4A0D-B5D6-F73670215A40}" type="presParOf" srcId="{77A4F148-291A-4294-8250-ABDBBA7389D2}" destId="{B16B9068-6B85-46D8-8311-10DCD9B4763B}" srcOrd="0" destOrd="0" presId="urn:microsoft.com/office/officeart/2016/7/layout/RepeatingBendingProcessNew"/>
    <dgm:cxn modelId="{02372890-D634-4E3C-A5F5-3C5EDBB829D9}" type="presParOf" srcId="{3BD08C3B-7B7F-4B75-80A4-4D7EED8CA86B}" destId="{798D1942-0F0D-4C0C-9969-7CAEA252A470}" srcOrd="20" destOrd="0" presId="urn:microsoft.com/office/officeart/2016/7/layout/RepeatingBendingProcessNew"/>
    <dgm:cxn modelId="{83BC4638-921A-44E0-9B9A-6C2300E92E97}" type="presParOf" srcId="{3BD08C3B-7B7F-4B75-80A4-4D7EED8CA86B}" destId="{B44BFAF5-A3E4-4AC2-A66E-44D7500F8228}" srcOrd="21" destOrd="0" presId="urn:microsoft.com/office/officeart/2016/7/layout/RepeatingBendingProcessNew"/>
    <dgm:cxn modelId="{D6AF2A4F-7B7A-4A99-80E1-D83B2580495A}" type="presParOf" srcId="{B44BFAF5-A3E4-4AC2-A66E-44D7500F8228}" destId="{2D759E55-7B34-447A-BF63-AFA47F0861F6}" srcOrd="0" destOrd="0" presId="urn:microsoft.com/office/officeart/2016/7/layout/RepeatingBendingProcessNew"/>
    <dgm:cxn modelId="{EC7213E5-6DFA-4B63-9230-FA17041B2A24}" type="presParOf" srcId="{3BD08C3B-7B7F-4B75-80A4-4D7EED8CA86B}" destId="{C3D8BF2D-8373-4AF3-AC12-F31E661C318A}" srcOrd="22" destOrd="0" presId="urn:microsoft.com/office/officeart/2016/7/layout/RepeatingBendingProcessNew"/>
    <dgm:cxn modelId="{DA4822D8-4D2A-455F-82A0-319352FD79E2}" type="presParOf" srcId="{3BD08C3B-7B7F-4B75-80A4-4D7EED8CA86B}" destId="{5B9216C3-2D66-4DE6-A546-7CFD03C9A938}" srcOrd="23" destOrd="0" presId="urn:microsoft.com/office/officeart/2016/7/layout/RepeatingBendingProcessNew"/>
    <dgm:cxn modelId="{A3B93E16-9F5A-4FB0-AD21-B73A8ADE2FC4}" type="presParOf" srcId="{5B9216C3-2D66-4DE6-A546-7CFD03C9A938}" destId="{71C7F73B-A114-40D8-9C07-6A090CF5E463}" srcOrd="0" destOrd="0" presId="urn:microsoft.com/office/officeart/2016/7/layout/RepeatingBendingProcessNew"/>
    <dgm:cxn modelId="{7D596743-4416-4678-BFDE-BCAD4587A53F}" type="presParOf" srcId="{3BD08C3B-7B7F-4B75-80A4-4D7EED8CA86B}" destId="{7AF2A18D-528B-4453-8C14-E237E8D1C1E6}" srcOrd="24" destOrd="0" presId="urn:microsoft.com/office/officeart/2016/7/layout/RepeatingBendingProcessNew"/>
    <dgm:cxn modelId="{0E69D252-517A-4A2A-8AF1-2EB1A29B4305}" type="presParOf" srcId="{3BD08C3B-7B7F-4B75-80A4-4D7EED8CA86B}" destId="{2366E070-F16A-412D-85B8-6828F4F1108A}" srcOrd="25" destOrd="0" presId="urn:microsoft.com/office/officeart/2016/7/layout/RepeatingBendingProcessNew"/>
    <dgm:cxn modelId="{30070074-CFB7-4363-A1F6-DA2AAAB52B8A}" type="presParOf" srcId="{2366E070-F16A-412D-85B8-6828F4F1108A}" destId="{7BAF8EFE-F2A0-4BD3-8674-943BC38DE4A1}" srcOrd="0" destOrd="0" presId="urn:microsoft.com/office/officeart/2016/7/layout/RepeatingBendingProcessNew"/>
    <dgm:cxn modelId="{BE3BA28E-43AB-4A4C-B985-C174020B5799}" type="presParOf" srcId="{3BD08C3B-7B7F-4B75-80A4-4D7EED8CA86B}" destId="{76E2046D-64DC-42BA-B63A-7D10268D5D40}" srcOrd="26" destOrd="0" presId="urn:microsoft.com/office/officeart/2016/7/layout/RepeatingBendingProcessNew"/>
    <dgm:cxn modelId="{8404DFAB-922C-41D4-AAC6-B6AAC11DAD95}" type="presParOf" srcId="{3BD08C3B-7B7F-4B75-80A4-4D7EED8CA86B}" destId="{2C13B467-E74E-4C10-A62A-9D822BB4D291}" srcOrd="27" destOrd="0" presId="urn:microsoft.com/office/officeart/2016/7/layout/RepeatingBendingProcessNew"/>
    <dgm:cxn modelId="{72CBE192-4C64-4376-AFAE-3BA73741C4D4}" type="presParOf" srcId="{2C13B467-E74E-4C10-A62A-9D822BB4D291}" destId="{43DDB350-F9B8-434A-96B1-E475ED2C1826}" srcOrd="0" destOrd="0" presId="urn:microsoft.com/office/officeart/2016/7/layout/RepeatingBendingProcessNew"/>
    <dgm:cxn modelId="{3D30902C-AD29-4D17-9A32-D28C663A422B}" type="presParOf" srcId="{3BD08C3B-7B7F-4B75-80A4-4D7EED8CA86B}" destId="{FE59DD89-D58C-434F-9230-C2D73EFD43EE}" srcOrd="28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C7769492-7565-44EE-BB0E-4B458FD3AE8B}" type="doc">
      <dgm:prSet loTypeId="urn:microsoft.com/office/officeart/2016/7/layout/RepeatingBendingProcessNew" loCatId="process" qsTypeId="urn:microsoft.com/office/officeart/2005/8/quickstyle/simple5" qsCatId="simple" csTypeId="urn:microsoft.com/office/officeart/2005/8/colors/accent3_2" csCatId="accent3"/>
      <dgm:spPr/>
      <dgm:t>
        <a:bodyPr/>
        <a:lstStyle/>
        <a:p>
          <a:endParaRPr lang="en-US"/>
        </a:p>
      </dgm:t>
    </dgm:pt>
    <dgm:pt modelId="{C90A364C-9C29-4C7E-A55C-0FF668ADE464}">
      <dgm:prSet/>
      <dgm:spPr/>
      <dgm:t>
        <a:bodyPr/>
        <a:lstStyle/>
        <a:p>
          <a:r>
            <a:rPr lang="en-US" b="0" i="0" dirty="0"/>
            <a:t>[Start] James opens app after a challenging ambulance call </a:t>
          </a:r>
          <a:endParaRPr lang="en-US" dirty="0"/>
        </a:p>
      </dgm:t>
    </dgm:pt>
    <dgm:pt modelId="{DDB77B28-95AB-4BED-AA7A-23377651C6A1}" type="parTrans" cxnId="{188E2856-EA1F-462F-B2D1-1B06B8515458}">
      <dgm:prSet/>
      <dgm:spPr/>
      <dgm:t>
        <a:bodyPr/>
        <a:lstStyle/>
        <a:p>
          <a:endParaRPr lang="en-US"/>
        </a:p>
      </dgm:t>
    </dgm:pt>
    <dgm:pt modelId="{2F16920E-48E9-4EBE-A77B-F654E08C610B}" type="sibTrans" cxnId="{188E2856-EA1F-462F-B2D1-1B06B8515458}">
      <dgm:prSet/>
      <dgm:spPr/>
      <dgm:t>
        <a:bodyPr/>
        <a:lstStyle/>
        <a:p>
          <a:endParaRPr lang="en-US"/>
        </a:p>
      </dgm:t>
    </dgm:pt>
    <dgm:pt modelId="{6C8200F7-4481-4C9C-B001-155E85C8F4BC}">
      <dgm:prSet/>
      <dgm:spPr/>
      <dgm:t>
        <a:bodyPr/>
        <a:lstStyle/>
        <a:p>
          <a:r>
            <a:rPr lang="en-US" b="0" i="0"/>
            <a:t>AI suggests: "Want to practice scenarios similar to today's challenges?" </a:t>
          </a:r>
          <a:endParaRPr lang="en-US"/>
        </a:p>
      </dgm:t>
    </dgm:pt>
    <dgm:pt modelId="{500AACDF-0103-4766-A47F-81F963EC7AB4}" type="parTrans" cxnId="{27A06679-A3FF-4433-BF91-24A1F48D13CF}">
      <dgm:prSet/>
      <dgm:spPr/>
      <dgm:t>
        <a:bodyPr/>
        <a:lstStyle/>
        <a:p>
          <a:endParaRPr lang="en-US"/>
        </a:p>
      </dgm:t>
    </dgm:pt>
    <dgm:pt modelId="{4EF914F4-824F-47E4-BC32-124C6ABCA6D0}" type="sibTrans" cxnId="{27A06679-A3FF-4433-BF91-24A1F48D13CF}">
      <dgm:prSet/>
      <dgm:spPr/>
      <dgm:t>
        <a:bodyPr/>
        <a:lstStyle/>
        <a:p>
          <a:endParaRPr lang="en-US"/>
        </a:p>
      </dgm:t>
    </dgm:pt>
    <dgm:pt modelId="{0483FC61-D3EF-4356-AD87-34D4FFEAFB49}">
      <dgm:prSet/>
      <dgm:spPr/>
      <dgm:t>
        <a:bodyPr/>
        <a:lstStyle/>
        <a:p>
          <a:r>
            <a:rPr lang="en-US" b="0" i="0"/>
            <a:t>James selects "Advanced Multi-Trauma Practice“</a:t>
          </a:r>
          <a:endParaRPr lang="en-US"/>
        </a:p>
      </dgm:t>
    </dgm:pt>
    <dgm:pt modelId="{7CC80129-977A-4D49-8FAD-DF803EC05C23}" type="parTrans" cxnId="{360DDABC-BF5C-4C42-AB02-073973127996}">
      <dgm:prSet/>
      <dgm:spPr/>
      <dgm:t>
        <a:bodyPr/>
        <a:lstStyle/>
        <a:p>
          <a:endParaRPr lang="en-US"/>
        </a:p>
      </dgm:t>
    </dgm:pt>
    <dgm:pt modelId="{ABCC541D-1900-4785-B97F-C5A69A85EE87}" type="sibTrans" cxnId="{360DDABC-BF5C-4C42-AB02-073973127996}">
      <dgm:prSet/>
      <dgm:spPr/>
      <dgm:t>
        <a:bodyPr/>
        <a:lstStyle/>
        <a:p>
          <a:endParaRPr lang="en-US"/>
        </a:p>
      </dgm:t>
    </dgm:pt>
    <dgm:pt modelId="{B92ABB25-6B4F-4CDA-A841-134AA2A3B4AA}">
      <dgm:prSet/>
      <dgm:spPr/>
      <dgm:t>
        <a:bodyPr/>
        <a:lstStyle/>
        <a:p>
          <a:r>
            <a:rPr lang="en-US" b="1" i="0"/>
            <a:t>Scenario:</a:t>
          </a:r>
          <a:r>
            <a:rPr lang="en-US" b="0" i="0"/>
            <a:t> Mass casualty incident, 6 patients, limited resources </a:t>
          </a:r>
          <a:endParaRPr lang="en-US"/>
        </a:p>
      </dgm:t>
    </dgm:pt>
    <dgm:pt modelId="{C3E23999-6196-44F2-9967-8BAC701CCD27}" type="parTrans" cxnId="{C63325CA-31DB-4EEF-B6E8-AF372777A3FF}">
      <dgm:prSet/>
      <dgm:spPr/>
      <dgm:t>
        <a:bodyPr/>
        <a:lstStyle/>
        <a:p>
          <a:endParaRPr lang="en-US"/>
        </a:p>
      </dgm:t>
    </dgm:pt>
    <dgm:pt modelId="{36B0F59D-B70E-45E5-B507-5309D69F8DD6}" type="sibTrans" cxnId="{C63325CA-31DB-4EEF-B6E8-AF372777A3FF}">
      <dgm:prSet/>
      <dgm:spPr/>
      <dgm:t>
        <a:bodyPr/>
        <a:lstStyle/>
        <a:p>
          <a:endParaRPr lang="en-US"/>
        </a:p>
      </dgm:t>
    </dgm:pt>
    <dgm:pt modelId="{5010A6F2-EEB3-4157-B29D-85D993BC671D}">
      <dgm:prSet/>
      <dgm:spPr/>
      <dgm:t>
        <a:bodyPr/>
        <a:lstStyle/>
        <a:p>
          <a:r>
            <a:rPr lang="en-US" b="1" i="0"/>
            <a:t>AI Coach:</a:t>
          </a:r>
          <a:r>
            <a:rPr lang="en-US" b="0" i="0"/>
            <a:t> "Walk me through your priority rationale for these critical patients." </a:t>
          </a:r>
          <a:endParaRPr lang="en-US"/>
        </a:p>
      </dgm:t>
    </dgm:pt>
    <dgm:pt modelId="{C9DFAE9D-D40D-48F7-86CB-81EBD67FE334}" type="parTrans" cxnId="{FEA686E6-43F3-4985-A6CC-AC55EB5C18AD}">
      <dgm:prSet/>
      <dgm:spPr/>
      <dgm:t>
        <a:bodyPr/>
        <a:lstStyle/>
        <a:p>
          <a:endParaRPr lang="en-US"/>
        </a:p>
      </dgm:t>
    </dgm:pt>
    <dgm:pt modelId="{36C069FC-5678-43D7-8ED9-B925EDD1C22F}" type="sibTrans" cxnId="{FEA686E6-43F3-4985-A6CC-AC55EB5C18AD}">
      <dgm:prSet/>
      <dgm:spPr/>
      <dgm:t>
        <a:bodyPr/>
        <a:lstStyle/>
        <a:p>
          <a:endParaRPr lang="en-US"/>
        </a:p>
      </dgm:t>
    </dgm:pt>
    <dgm:pt modelId="{8CFD808C-6107-42BE-88EB-7EA784127F3C}">
      <dgm:prSet/>
      <dgm:spPr/>
      <dgm:t>
        <a:bodyPr/>
        <a:lstStyle/>
        <a:p>
          <a:r>
            <a:rPr lang="en-US" b="1" i="0"/>
            <a:t>[GPT-4 Fallback Triggered]</a:t>
          </a:r>
          <a:r>
            <a:rPr lang="en-US" b="0" i="0"/>
            <a:t> - Advanced response with protocol citations </a:t>
          </a:r>
          <a:endParaRPr lang="en-US"/>
        </a:p>
      </dgm:t>
    </dgm:pt>
    <dgm:pt modelId="{7063AC0F-2857-4E82-A6F2-215358A081B5}" type="parTrans" cxnId="{D9861B1C-2648-4F70-B528-A2685B58A034}">
      <dgm:prSet/>
      <dgm:spPr/>
      <dgm:t>
        <a:bodyPr/>
        <a:lstStyle/>
        <a:p>
          <a:endParaRPr lang="en-US"/>
        </a:p>
      </dgm:t>
    </dgm:pt>
    <dgm:pt modelId="{F535DB9C-E956-445E-BF70-EEFE916E3D35}" type="sibTrans" cxnId="{D9861B1C-2648-4F70-B528-A2685B58A034}">
      <dgm:prSet/>
      <dgm:spPr/>
      <dgm:t>
        <a:bodyPr/>
        <a:lstStyle/>
        <a:p>
          <a:endParaRPr lang="en-US"/>
        </a:p>
      </dgm:t>
    </dgm:pt>
    <dgm:pt modelId="{0EB8878D-2AEE-44B3-8BE8-07187781FCE3}">
      <dgm:prSet/>
      <dgm:spPr/>
      <dgm:t>
        <a:bodyPr/>
        <a:lstStyle/>
        <a:p>
          <a:r>
            <a:rPr lang="en-US" b="0" i="0"/>
            <a:t>Performance logged for professional development tracking</a:t>
          </a:r>
          <a:endParaRPr lang="en-US"/>
        </a:p>
      </dgm:t>
    </dgm:pt>
    <dgm:pt modelId="{3B1A56AA-998B-44F8-8DED-513ED8C9DE34}" type="parTrans" cxnId="{FE50B046-3409-48CC-B2AB-76E85520F864}">
      <dgm:prSet/>
      <dgm:spPr/>
      <dgm:t>
        <a:bodyPr/>
        <a:lstStyle/>
        <a:p>
          <a:endParaRPr lang="en-US"/>
        </a:p>
      </dgm:t>
    </dgm:pt>
    <dgm:pt modelId="{B30075FB-AEDB-47CC-9A1C-75551B009742}" type="sibTrans" cxnId="{FE50B046-3409-48CC-B2AB-76E85520F864}">
      <dgm:prSet/>
      <dgm:spPr/>
      <dgm:t>
        <a:bodyPr/>
        <a:lstStyle/>
        <a:p>
          <a:endParaRPr lang="en-US"/>
        </a:p>
      </dgm:t>
    </dgm:pt>
    <dgm:pt modelId="{CE8B65EB-7BD7-428C-86DC-56E7442917DA}" type="pres">
      <dgm:prSet presAssocID="{C7769492-7565-44EE-BB0E-4B458FD3AE8B}" presName="Name0" presStyleCnt="0">
        <dgm:presLayoutVars>
          <dgm:dir/>
          <dgm:resizeHandles val="exact"/>
        </dgm:presLayoutVars>
      </dgm:prSet>
      <dgm:spPr/>
    </dgm:pt>
    <dgm:pt modelId="{FE2E346B-71EF-4B14-8510-247E25EA7B6B}" type="pres">
      <dgm:prSet presAssocID="{C90A364C-9C29-4C7E-A55C-0FF668ADE464}" presName="node" presStyleLbl="node1" presStyleIdx="0" presStyleCnt="7">
        <dgm:presLayoutVars>
          <dgm:bulletEnabled val="1"/>
        </dgm:presLayoutVars>
      </dgm:prSet>
      <dgm:spPr/>
    </dgm:pt>
    <dgm:pt modelId="{2A32FEE2-448D-4C38-869A-4A5D66A7A646}" type="pres">
      <dgm:prSet presAssocID="{2F16920E-48E9-4EBE-A77B-F654E08C610B}" presName="sibTrans" presStyleLbl="sibTrans1D1" presStyleIdx="0" presStyleCnt="6"/>
      <dgm:spPr/>
    </dgm:pt>
    <dgm:pt modelId="{93F39400-E05F-47C4-8BA4-F3974F12B77C}" type="pres">
      <dgm:prSet presAssocID="{2F16920E-48E9-4EBE-A77B-F654E08C610B}" presName="connectorText" presStyleLbl="sibTrans1D1" presStyleIdx="0" presStyleCnt="6"/>
      <dgm:spPr/>
    </dgm:pt>
    <dgm:pt modelId="{0A4C5862-C3C6-477A-BF76-E0FE66B33DC6}" type="pres">
      <dgm:prSet presAssocID="{6C8200F7-4481-4C9C-B001-155E85C8F4BC}" presName="node" presStyleLbl="node1" presStyleIdx="1" presStyleCnt="7">
        <dgm:presLayoutVars>
          <dgm:bulletEnabled val="1"/>
        </dgm:presLayoutVars>
      </dgm:prSet>
      <dgm:spPr/>
    </dgm:pt>
    <dgm:pt modelId="{2249585A-0AA8-44D7-B58E-4E86881A571A}" type="pres">
      <dgm:prSet presAssocID="{4EF914F4-824F-47E4-BC32-124C6ABCA6D0}" presName="sibTrans" presStyleLbl="sibTrans1D1" presStyleIdx="1" presStyleCnt="6"/>
      <dgm:spPr/>
    </dgm:pt>
    <dgm:pt modelId="{43049050-EE8C-4BEE-8DE7-5FF78E89CE3B}" type="pres">
      <dgm:prSet presAssocID="{4EF914F4-824F-47E4-BC32-124C6ABCA6D0}" presName="connectorText" presStyleLbl="sibTrans1D1" presStyleIdx="1" presStyleCnt="6"/>
      <dgm:spPr/>
    </dgm:pt>
    <dgm:pt modelId="{0ECEAA49-DF64-42CF-A8C0-9957154B2235}" type="pres">
      <dgm:prSet presAssocID="{0483FC61-D3EF-4356-AD87-34D4FFEAFB49}" presName="node" presStyleLbl="node1" presStyleIdx="2" presStyleCnt="7">
        <dgm:presLayoutVars>
          <dgm:bulletEnabled val="1"/>
        </dgm:presLayoutVars>
      </dgm:prSet>
      <dgm:spPr/>
    </dgm:pt>
    <dgm:pt modelId="{9563F6A8-D998-4B2B-8897-7D9F327DC3D9}" type="pres">
      <dgm:prSet presAssocID="{ABCC541D-1900-4785-B97F-C5A69A85EE87}" presName="sibTrans" presStyleLbl="sibTrans1D1" presStyleIdx="2" presStyleCnt="6"/>
      <dgm:spPr/>
    </dgm:pt>
    <dgm:pt modelId="{89F3FFAF-9CB4-4E67-AA9F-490E35E07B61}" type="pres">
      <dgm:prSet presAssocID="{ABCC541D-1900-4785-B97F-C5A69A85EE87}" presName="connectorText" presStyleLbl="sibTrans1D1" presStyleIdx="2" presStyleCnt="6"/>
      <dgm:spPr/>
    </dgm:pt>
    <dgm:pt modelId="{BEF3CBC6-2390-43EE-B82A-9BED59FAC07C}" type="pres">
      <dgm:prSet presAssocID="{B92ABB25-6B4F-4CDA-A841-134AA2A3B4AA}" presName="node" presStyleLbl="node1" presStyleIdx="3" presStyleCnt="7">
        <dgm:presLayoutVars>
          <dgm:bulletEnabled val="1"/>
        </dgm:presLayoutVars>
      </dgm:prSet>
      <dgm:spPr/>
    </dgm:pt>
    <dgm:pt modelId="{9EBA59C7-6F01-43D0-9EA5-CF452BFEC7A7}" type="pres">
      <dgm:prSet presAssocID="{36B0F59D-B70E-45E5-B507-5309D69F8DD6}" presName="sibTrans" presStyleLbl="sibTrans1D1" presStyleIdx="3" presStyleCnt="6"/>
      <dgm:spPr/>
    </dgm:pt>
    <dgm:pt modelId="{EC01299D-AACE-462F-A108-1D975549A29D}" type="pres">
      <dgm:prSet presAssocID="{36B0F59D-B70E-45E5-B507-5309D69F8DD6}" presName="connectorText" presStyleLbl="sibTrans1D1" presStyleIdx="3" presStyleCnt="6"/>
      <dgm:spPr/>
    </dgm:pt>
    <dgm:pt modelId="{54E518C0-DD8B-46FB-AE9B-CE985A4CE9ED}" type="pres">
      <dgm:prSet presAssocID="{5010A6F2-EEB3-4157-B29D-85D993BC671D}" presName="node" presStyleLbl="node1" presStyleIdx="4" presStyleCnt="7">
        <dgm:presLayoutVars>
          <dgm:bulletEnabled val="1"/>
        </dgm:presLayoutVars>
      </dgm:prSet>
      <dgm:spPr/>
    </dgm:pt>
    <dgm:pt modelId="{0DB22752-BF41-4100-8C95-A7C34F155655}" type="pres">
      <dgm:prSet presAssocID="{36C069FC-5678-43D7-8ED9-B925EDD1C22F}" presName="sibTrans" presStyleLbl="sibTrans1D1" presStyleIdx="4" presStyleCnt="6"/>
      <dgm:spPr/>
    </dgm:pt>
    <dgm:pt modelId="{028451E3-6350-4154-9FB0-EE20CC466B94}" type="pres">
      <dgm:prSet presAssocID="{36C069FC-5678-43D7-8ED9-B925EDD1C22F}" presName="connectorText" presStyleLbl="sibTrans1D1" presStyleIdx="4" presStyleCnt="6"/>
      <dgm:spPr/>
    </dgm:pt>
    <dgm:pt modelId="{2CEA5DE3-1D1E-4955-8E55-228D02A933ED}" type="pres">
      <dgm:prSet presAssocID="{8CFD808C-6107-42BE-88EB-7EA784127F3C}" presName="node" presStyleLbl="node1" presStyleIdx="5" presStyleCnt="7">
        <dgm:presLayoutVars>
          <dgm:bulletEnabled val="1"/>
        </dgm:presLayoutVars>
      </dgm:prSet>
      <dgm:spPr/>
    </dgm:pt>
    <dgm:pt modelId="{C60AD565-956E-43D9-9D2D-10D4F10B5682}" type="pres">
      <dgm:prSet presAssocID="{F535DB9C-E956-445E-BF70-EEFE916E3D35}" presName="sibTrans" presStyleLbl="sibTrans1D1" presStyleIdx="5" presStyleCnt="6"/>
      <dgm:spPr/>
    </dgm:pt>
    <dgm:pt modelId="{72E7157F-3771-4D93-A2AF-31ADD74E4E71}" type="pres">
      <dgm:prSet presAssocID="{F535DB9C-E956-445E-BF70-EEFE916E3D35}" presName="connectorText" presStyleLbl="sibTrans1D1" presStyleIdx="5" presStyleCnt="6"/>
      <dgm:spPr/>
    </dgm:pt>
    <dgm:pt modelId="{4826286E-4725-459F-BF38-B69150379FDE}" type="pres">
      <dgm:prSet presAssocID="{0EB8878D-2AEE-44B3-8BE8-07187781FCE3}" presName="node" presStyleLbl="node1" presStyleIdx="6" presStyleCnt="7">
        <dgm:presLayoutVars>
          <dgm:bulletEnabled val="1"/>
        </dgm:presLayoutVars>
      </dgm:prSet>
      <dgm:spPr/>
    </dgm:pt>
  </dgm:ptLst>
  <dgm:cxnLst>
    <dgm:cxn modelId="{CA425D04-5AF4-4CA1-8784-8FD14903312C}" type="presOf" srcId="{F535DB9C-E956-445E-BF70-EEFE916E3D35}" destId="{72E7157F-3771-4D93-A2AF-31ADD74E4E71}" srcOrd="1" destOrd="0" presId="urn:microsoft.com/office/officeart/2016/7/layout/RepeatingBendingProcessNew"/>
    <dgm:cxn modelId="{125C980F-8A6D-48D5-A5E2-55FC92F5BF61}" type="presOf" srcId="{36B0F59D-B70E-45E5-B507-5309D69F8DD6}" destId="{9EBA59C7-6F01-43D0-9EA5-CF452BFEC7A7}" srcOrd="0" destOrd="0" presId="urn:microsoft.com/office/officeart/2016/7/layout/RepeatingBendingProcessNew"/>
    <dgm:cxn modelId="{BE503C1B-C07F-4170-A790-CC0D741C7F4B}" type="presOf" srcId="{36C069FC-5678-43D7-8ED9-B925EDD1C22F}" destId="{0DB22752-BF41-4100-8C95-A7C34F155655}" srcOrd="0" destOrd="0" presId="urn:microsoft.com/office/officeart/2016/7/layout/RepeatingBendingProcessNew"/>
    <dgm:cxn modelId="{D9861B1C-2648-4F70-B528-A2685B58A034}" srcId="{C7769492-7565-44EE-BB0E-4B458FD3AE8B}" destId="{8CFD808C-6107-42BE-88EB-7EA784127F3C}" srcOrd="5" destOrd="0" parTransId="{7063AC0F-2857-4E82-A6F2-215358A081B5}" sibTransId="{F535DB9C-E956-445E-BF70-EEFE916E3D35}"/>
    <dgm:cxn modelId="{42B40925-FA60-4C20-88D9-C0B3ECC6E402}" type="presOf" srcId="{2F16920E-48E9-4EBE-A77B-F654E08C610B}" destId="{93F39400-E05F-47C4-8BA4-F3974F12B77C}" srcOrd="1" destOrd="0" presId="urn:microsoft.com/office/officeart/2016/7/layout/RepeatingBendingProcessNew"/>
    <dgm:cxn modelId="{4F33603D-968D-4FA6-9745-4D4DA92AF248}" type="presOf" srcId="{0EB8878D-2AEE-44B3-8BE8-07187781FCE3}" destId="{4826286E-4725-459F-BF38-B69150379FDE}" srcOrd="0" destOrd="0" presId="urn:microsoft.com/office/officeart/2016/7/layout/RepeatingBendingProcessNew"/>
    <dgm:cxn modelId="{7CCAD45F-18CD-474F-8C20-52327EB45266}" type="presOf" srcId="{B92ABB25-6B4F-4CDA-A841-134AA2A3B4AA}" destId="{BEF3CBC6-2390-43EE-B82A-9BED59FAC07C}" srcOrd="0" destOrd="0" presId="urn:microsoft.com/office/officeart/2016/7/layout/RepeatingBendingProcessNew"/>
    <dgm:cxn modelId="{CBD3C041-F153-480A-B7FB-64D49EA637FD}" type="presOf" srcId="{ABCC541D-1900-4785-B97F-C5A69A85EE87}" destId="{9563F6A8-D998-4B2B-8897-7D9F327DC3D9}" srcOrd="0" destOrd="0" presId="urn:microsoft.com/office/officeart/2016/7/layout/RepeatingBendingProcessNew"/>
    <dgm:cxn modelId="{FE50B046-3409-48CC-B2AB-76E85520F864}" srcId="{C7769492-7565-44EE-BB0E-4B458FD3AE8B}" destId="{0EB8878D-2AEE-44B3-8BE8-07187781FCE3}" srcOrd="6" destOrd="0" parTransId="{3B1A56AA-998B-44F8-8DED-513ED8C9DE34}" sibTransId="{B30075FB-AEDB-47CC-9A1C-75551B009742}"/>
    <dgm:cxn modelId="{29A1CB66-4249-4E4F-B5AA-B5F0B2D4BF6F}" type="presOf" srcId="{36B0F59D-B70E-45E5-B507-5309D69F8DD6}" destId="{EC01299D-AACE-462F-A108-1D975549A29D}" srcOrd="1" destOrd="0" presId="urn:microsoft.com/office/officeart/2016/7/layout/RepeatingBendingProcessNew"/>
    <dgm:cxn modelId="{188E2856-EA1F-462F-B2D1-1B06B8515458}" srcId="{C7769492-7565-44EE-BB0E-4B458FD3AE8B}" destId="{C90A364C-9C29-4C7E-A55C-0FF668ADE464}" srcOrd="0" destOrd="0" parTransId="{DDB77B28-95AB-4BED-AA7A-23377651C6A1}" sibTransId="{2F16920E-48E9-4EBE-A77B-F654E08C610B}"/>
    <dgm:cxn modelId="{0354DF76-620F-447A-9661-1C0156DC2757}" type="presOf" srcId="{F535DB9C-E956-445E-BF70-EEFE916E3D35}" destId="{C60AD565-956E-43D9-9D2D-10D4F10B5682}" srcOrd="0" destOrd="0" presId="urn:microsoft.com/office/officeart/2016/7/layout/RepeatingBendingProcessNew"/>
    <dgm:cxn modelId="{B4CCBB77-5A9E-4C35-941C-712693D90604}" type="presOf" srcId="{2F16920E-48E9-4EBE-A77B-F654E08C610B}" destId="{2A32FEE2-448D-4C38-869A-4A5D66A7A646}" srcOrd="0" destOrd="0" presId="urn:microsoft.com/office/officeart/2016/7/layout/RepeatingBendingProcessNew"/>
    <dgm:cxn modelId="{27A06679-A3FF-4433-BF91-24A1F48D13CF}" srcId="{C7769492-7565-44EE-BB0E-4B458FD3AE8B}" destId="{6C8200F7-4481-4C9C-B001-155E85C8F4BC}" srcOrd="1" destOrd="0" parTransId="{500AACDF-0103-4766-A47F-81F963EC7AB4}" sibTransId="{4EF914F4-824F-47E4-BC32-124C6ABCA6D0}"/>
    <dgm:cxn modelId="{A5B9B47F-66E9-42B4-A6AB-83DD002BCF9F}" type="presOf" srcId="{C7769492-7565-44EE-BB0E-4B458FD3AE8B}" destId="{CE8B65EB-7BD7-428C-86DC-56E7442917DA}" srcOrd="0" destOrd="0" presId="urn:microsoft.com/office/officeart/2016/7/layout/RepeatingBendingProcessNew"/>
    <dgm:cxn modelId="{F2655984-62A7-4A34-8C77-3278FAA1C42E}" type="presOf" srcId="{6C8200F7-4481-4C9C-B001-155E85C8F4BC}" destId="{0A4C5862-C3C6-477A-BF76-E0FE66B33DC6}" srcOrd="0" destOrd="0" presId="urn:microsoft.com/office/officeart/2016/7/layout/RepeatingBendingProcessNew"/>
    <dgm:cxn modelId="{B5C8228C-E50B-4F3F-82FA-F4A7095A222B}" type="presOf" srcId="{0483FC61-D3EF-4356-AD87-34D4FFEAFB49}" destId="{0ECEAA49-DF64-42CF-A8C0-9957154B2235}" srcOrd="0" destOrd="0" presId="urn:microsoft.com/office/officeart/2016/7/layout/RepeatingBendingProcessNew"/>
    <dgm:cxn modelId="{E2035A95-A6C0-460E-85F6-B510D56C9566}" type="presOf" srcId="{4EF914F4-824F-47E4-BC32-124C6ABCA6D0}" destId="{2249585A-0AA8-44D7-B58E-4E86881A571A}" srcOrd="0" destOrd="0" presId="urn:microsoft.com/office/officeart/2016/7/layout/RepeatingBendingProcessNew"/>
    <dgm:cxn modelId="{785B20B6-9E9F-4573-A124-4BA7557CC80F}" type="presOf" srcId="{8CFD808C-6107-42BE-88EB-7EA784127F3C}" destId="{2CEA5DE3-1D1E-4955-8E55-228D02A933ED}" srcOrd="0" destOrd="0" presId="urn:microsoft.com/office/officeart/2016/7/layout/RepeatingBendingProcessNew"/>
    <dgm:cxn modelId="{360DDABC-BF5C-4C42-AB02-073973127996}" srcId="{C7769492-7565-44EE-BB0E-4B458FD3AE8B}" destId="{0483FC61-D3EF-4356-AD87-34D4FFEAFB49}" srcOrd="2" destOrd="0" parTransId="{7CC80129-977A-4D49-8FAD-DF803EC05C23}" sibTransId="{ABCC541D-1900-4785-B97F-C5A69A85EE87}"/>
    <dgm:cxn modelId="{4093F0BE-5B81-4743-B8C0-B3C8C9C2198F}" type="presOf" srcId="{4EF914F4-824F-47E4-BC32-124C6ABCA6D0}" destId="{43049050-EE8C-4BEE-8DE7-5FF78E89CE3B}" srcOrd="1" destOrd="0" presId="urn:microsoft.com/office/officeart/2016/7/layout/RepeatingBendingProcessNew"/>
    <dgm:cxn modelId="{C63325CA-31DB-4EEF-B6E8-AF372777A3FF}" srcId="{C7769492-7565-44EE-BB0E-4B458FD3AE8B}" destId="{B92ABB25-6B4F-4CDA-A841-134AA2A3B4AA}" srcOrd="3" destOrd="0" parTransId="{C3E23999-6196-44F2-9967-8BAC701CCD27}" sibTransId="{36B0F59D-B70E-45E5-B507-5309D69F8DD6}"/>
    <dgm:cxn modelId="{781DD6D0-F278-44F4-A898-2BB363327554}" type="presOf" srcId="{5010A6F2-EEB3-4157-B29D-85D993BC671D}" destId="{54E518C0-DD8B-46FB-AE9B-CE985A4CE9ED}" srcOrd="0" destOrd="0" presId="urn:microsoft.com/office/officeart/2016/7/layout/RepeatingBendingProcessNew"/>
    <dgm:cxn modelId="{2E0815D1-9589-4BAA-81AB-0C2ACB409B7B}" type="presOf" srcId="{C90A364C-9C29-4C7E-A55C-0FF668ADE464}" destId="{FE2E346B-71EF-4B14-8510-247E25EA7B6B}" srcOrd="0" destOrd="0" presId="urn:microsoft.com/office/officeart/2016/7/layout/RepeatingBendingProcessNew"/>
    <dgm:cxn modelId="{7ACB54DC-CD81-4CE2-8EC0-F246A3457B12}" type="presOf" srcId="{ABCC541D-1900-4785-B97F-C5A69A85EE87}" destId="{89F3FFAF-9CB4-4E67-AA9F-490E35E07B61}" srcOrd="1" destOrd="0" presId="urn:microsoft.com/office/officeart/2016/7/layout/RepeatingBendingProcessNew"/>
    <dgm:cxn modelId="{FEA686E6-43F3-4985-A6CC-AC55EB5C18AD}" srcId="{C7769492-7565-44EE-BB0E-4B458FD3AE8B}" destId="{5010A6F2-EEB3-4157-B29D-85D993BC671D}" srcOrd="4" destOrd="0" parTransId="{C9DFAE9D-D40D-48F7-86CB-81EBD67FE334}" sibTransId="{36C069FC-5678-43D7-8ED9-B925EDD1C22F}"/>
    <dgm:cxn modelId="{37A94DF2-9CE9-4731-B750-8E557D3219BE}" type="presOf" srcId="{36C069FC-5678-43D7-8ED9-B925EDD1C22F}" destId="{028451E3-6350-4154-9FB0-EE20CC466B94}" srcOrd="1" destOrd="0" presId="urn:microsoft.com/office/officeart/2016/7/layout/RepeatingBendingProcessNew"/>
    <dgm:cxn modelId="{82D71AB1-EBDE-4D6F-A86D-266E7C69B48D}" type="presParOf" srcId="{CE8B65EB-7BD7-428C-86DC-56E7442917DA}" destId="{FE2E346B-71EF-4B14-8510-247E25EA7B6B}" srcOrd="0" destOrd="0" presId="urn:microsoft.com/office/officeart/2016/7/layout/RepeatingBendingProcessNew"/>
    <dgm:cxn modelId="{1D2D9627-4319-4E50-A475-78A2DC44640A}" type="presParOf" srcId="{CE8B65EB-7BD7-428C-86DC-56E7442917DA}" destId="{2A32FEE2-448D-4C38-869A-4A5D66A7A646}" srcOrd="1" destOrd="0" presId="urn:microsoft.com/office/officeart/2016/7/layout/RepeatingBendingProcessNew"/>
    <dgm:cxn modelId="{FCE9D23D-8AB9-45BB-9871-76E40BB61752}" type="presParOf" srcId="{2A32FEE2-448D-4C38-869A-4A5D66A7A646}" destId="{93F39400-E05F-47C4-8BA4-F3974F12B77C}" srcOrd="0" destOrd="0" presId="urn:microsoft.com/office/officeart/2016/7/layout/RepeatingBendingProcessNew"/>
    <dgm:cxn modelId="{E86D8ECB-AFBA-4040-88F8-8278CD5A2747}" type="presParOf" srcId="{CE8B65EB-7BD7-428C-86DC-56E7442917DA}" destId="{0A4C5862-C3C6-477A-BF76-E0FE66B33DC6}" srcOrd="2" destOrd="0" presId="urn:microsoft.com/office/officeart/2016/7/layout/RepeatingBendingProcessNew"/>
    <dgm:cxn modelId="{FFF02D76-F064-4630-951C-A5F917697188}" type="presParOf" srcId="{CE8B65EB-7BD7-428C-86DC-56E7442917DA}" destId="{2249585A-0AA8-44D7-B58E-4E86881A571A}" srcOrd="3" destOrd="0" presId="urn:microsoft.com/office/officeart/2016/7/layout/RepeatingBendingProcessNew"/>
    <dgm:cxn modelId="{6BD68D01-9E7A-415D-900A-5EC7FC2A35D5}" type="presParOf" srcId="{2249585A-0AA8-44D7-B58E-4E86881A571A}" destId="{43049050-EE8C-4BEE-8DE7-5FF78E89CE3B}" srcOrd="0" destOrd="0" presId="urn:microsoft.com/office/officeart/2016/7/layout/RepeatingBendingProcessNew"/>
    <dgm:cxn modelId="{48D8FB55-DFA1-48A9-8047-F5ADB9ABC1BA}" type="presParOf" srcId="{CE8B65EB-7BD7-428C-86DC-56E7442917DA}" destId="{0ECEAA49-DF64-42CF-A8C0-9957154B2235}" srcOrd="4" destOrd="0" presId="urn:microsoft.com/office/officeart/2016/7/layout/RepeatingBendingProcessNew"/>
    <dgm:cxn modelId="{716D70E5-6692-461A-9FF0-BA55A1426B44}" type="presParOf" srcId="{CE8B65EB-7BD7-428C-86DC-56E7442917DA}" destId="{9563F6A8-D998-4B2B-8897-7D9F327DC3D9}" srcOrd="5" destOrd="0" presId="urn:microsoft.com/office/officeart/2016/7/layout/RepeatingBendingProcessNew"/>
    <dgm:cxn modelId="{9057C3F5-87BF-4308-9114-5CA843AF0E27}" type="presParOf" srcId="{9563F6A8-D998-4B2B-8897-7D9F327DC3D9}" destId="{89F3FFAF-9CB4-4E67-AA9F-490E35E07B61}" srcOrd="0" destOrd="0" presId="urn:microsoft.com/office/officeart/2016/7/layout/RepeatingBendingProcessNew"/>
    <dgm:cxn modelId="{51E01002-3E57-49DF-9256-6404732217D7}" type="presParOf" srcId="{CE8B65EB-7BD7-428C-86DC-56E7442917DA}" destId="{BEF3CBC6-2390-43EE-B82A-9BED59FAC07C}" srcOrd="6" destOrd="0" presId="urn:microsoft.com/office/officeart/2016/7/layout/RepeatingBendingProcessNew"/>
    <dgm:cxn modelId="{5701A3B7-CEDA-470D-9BE3-B7AC68622C34}" type="presParOf" srcId="{CE8B65EB-7BD7-428C-86DC-56E7442917DA}" destId="{9EBA59C7-6F01-43D0-9EA5-CF452BFEC7A7}" srcOrd="7" destOrd="0" presId="urn:microsoft.com/office/officeart/2016/7/layout/RepeatingBendingProcessNew"/>
    <dgm:cxn modelId="{42EA4341-EFE1-4AE8-911E-A020589C019B}" type="presParOf" srcId="{9EBA59C7-6F01-43D0-9EA5-CF452BFEC7A7}" destId="{EC01299D-AACE-462F-A108-1D975549A29D}" srcOrd="0" destOrd="0" presId="urn:microsoft.com/office/officeart/2016/7/layout/RepeatingBendingProcessNew"/>
    <dgm:cxn modelId="{B7FDC73F-5BC8-49C7-8C06-54AE851F1027}" type="presParOf" srcId="{CE8B65EB-7BD7-428C-86DC-56E7442917DA}" destId="{54E518C0-DD8B-46FB-AE9B-CE985A4CE9ED}" srcOrd="8" destOrd="0" presId="urn:microsoft.com/office/officeart/2016/7/layout/RepeatingBendingProcessNew"/>
    <dgm:cxn modelId="{903E526C-BB54-4D9B-9F9F-E6E9EE098850}" type="presParOf" srcId="{CE8B65EB-7BD7-428C-86DC-56E7442917DA}" destId="{0DB22752-BF41-4100-8C95-A7C34F155655}" srcOrd="9" destOrd="0" presId="urn:microsoft.com/office/officeart/2016/7/layout/RepeatingBendingProcessNew"/>
    <dgm:cxn modelId="{ACD86531-1A59-4CB4-B4AB-6677C5D8235E}" type="presParOf" srcId="{0DB22752-BF41-4100-8C95-A7C34F155655}" destId="{028451E3-6350-4154-9FB0-EE20CC466B94}" srcOrd="0" destOrd="0" presId="urn:microsoft.com/office/officeart/2016/7/layout/RepeatingBendingProcessNew"/>
    <dgm:cxn modelId="{ED603902-FD92-4F8A-A4E5-241DF5993112}" type="presParOf" srcId="{CE8B65EB-7BD7-428C-86DC-56E7442917DA}" destId="{2CEA5DE3-1D1E-4955-8E55-228D02A933ED}" srcOrd="10" destOrd="0" presId="urn:microsoft.com/office/officeart/2016/7/layout/RepeatingBendingProcessNew"/>
    <dgm:cxn modelId="{57016360-D1CA-484F-AF8A-E11E238A0E9F}" type="presParOf" srcId="{CE8B65EB-7BD7-428C-86DC-56E7442917DA}" destId="{C60AD565-956E-43D9-9D2D-10D4F10B5682}" srcOrd="11" destOrd="0" presId="urn:microsoft.com/office/officeart/2016/7/layout/RepeatingBendingProcessNew"/>
    <dgm:cxn modelId="{77A5D848-F377-44B1-B270-54CE4065A7D5}" type="presParOf" srcId="{C60AD565-956E-43D9-9D2D-10D4F10B5682}" destId="{72E7157F-3771-4D93-A2AF-31ADD74E4E71}" srcOrd="0" destOrd="0" presId="urn:microsoft.com/office/officeart/2016/7/layout/RepeatingBendingProcessNew"/>
    <dgm:cxn modelId="{AB945D29-A3E6-4568-B2F7-19D512FD3AE9}" type="presParOf" srcId="{CE8B65EB-7BD7-428C-86DC-56E7442917DA}" destId="{4826286E-4725-459F-BF38-B69150379FDE}" srcOrd="12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D06E0F82-7A2B-4597-AC80-F8BA0F2B279A}" type="doc">
      <dgm:prSet loTypeId="urn:microsoft.com/office/officeart/2016/7/layout/RepeatingBendingProcessNew" loCatId="process" qsTypeId="urn:microsoft.com/office/officeart/2005/8/quickstyle/simple5" qsCatId="simple" csTypeId="urn:microsoft.com/office/officeart/2005/8/colors/accent3_2" csCatId="accent3" phldr="1"/>
      <dgm:spPr/>
      <dgm:t>
        <a:bodyPr/>
        <a:lstStyle/>
        <a:p>
          <a:endParaRPr lang="en-US"/>
        </a:p>
      </dgm:t>
    </dgm:pt>
    <dgm:pt modelId="{DEF3441B-865A-4461-B94F-9B5C25D4B130}">
      <dgm:prSet/>
      <dgm:spPr/>
      <dgm:t>
        <a:bodyPr/>
        <a:lstStyle/>
        <a:p>
          <a:r>
            <a:rPr lang="en-US" b="0" i="0" dirty="0"/>
            <a:t>[Start] Emma logs into instructor dashboard.</a:t>
          </a:r>
          <a:endParaRPr lang="en-US" dirty="0"/>
        </a:p>
      </dgm:t>
    </dgm:pt>
    <dgm:pt modelId="{23E0324E-A761-4DDB-8BAB-CD472A38F4A9}" type="parTrans" cxnId="{B116B5DB-AB89-4229-A818-07ADFCE5E4B3}">
      <dgm:prSet/>
      <dgm:spPr/>
      <dgm:t>
        <a:bodyPr/>
        <a:lstStyle/>
        <a:p>
          <a:endParaRPr lang="en-US"/>
        </a:p>
      </dgm:t>
    </dgm:pt>
    <dgm:pt modelId="{EE3C72FF-5021-4CBD-A90C-D33BDC312EC2}" type="sibTrans" cxnId="{B116B5DB-AB89-4229-A818-07ADFCE5E4B3}">
      <dgm:prSet/>
      <dgm:spPr/>
      <dgm:t>
        <a:bodyPr/>
        <a:lstStyle/>
        <a:p>
          <a:endParaRPr lang="en-US"/>
        </a:p>
      </dgm:t>
    </dgm:pt>
    <dgm:pt modelId="{C10CDEB4-38F9-448D-8199-1B8C38E53230}">
      <dgm:prSet/>
      <dgm:spPr/>
      <dgm:t>
        <a:bodyPr/>
        <a:lstStyle/>
        <a:p>
          <a:r>
            <a:rPr lang="en-US" b="0" i="0" dirty="0"/>
            <a:t>Reviews class performance analytics showing weak areas in pediatric triage</a:t>
          </a:r>
          <a:endParaRPr lang="en-US" dirty="0"/>
        </a:p>
      </dgm:t>
    </dgm:pt>
    <dgm:pt modelId="{EBF8B03B-3A88-4D1D-B97D-687FE804FE9C}" type="parTrans" cxnId="{5A7DA89D-0CB0-454C-AD97-8537F59C4B5C}">
      <dgm:prSet/>
      <dgm:spPr/>
      <dgm:t>
        <a:bodyPr/>
        <a:lstStyle/>
        <a:p>
          <a:endParaRPr lang="en-US"/>
        </a:p>
      </dgm:t>
    </dgm:pt>
    <dgm:pt modelId="{8DA8DEF1-A451-49C1-B9F2-346B9B53BC1B}" type="sibTrans" cxnId="{5A7DA89D-0CB0-454C-AD97-8537F59C4B5C}">
      <dgm:prSet/>
      <dgm:spPr/>
      <dgm:t>
        <a:bodyPr/>
        <a:lstStyle/>
        <a:p>
          <a:endParaRPr lang="en-US"/>
        </a:p>
      </dgm:t>
    </dgm:pt>
    <dgm:pt modelId="{3AADDD0F-5565-4E64-9B68-4BB51286FF7C}">
      <dgm:prSet/>
      <dgm:spPr/>
      <dgm:t>
        <a:bodyPr/>
        <a:lstStyle/>
        <a:p>
          <a:r>
            <a:rPr lang="en-US" dirty="0"/>
            <a:t>Selects “Assign Custom Scenarios” for targeted practice</a:t>
          </a:r>
        </a:p>
      </dgm:t>
    </dgm:pt>
    <dgm:pt modelId="{C826C625-7FD0-49F1-ADA9-55980EFA0D0F}" type="parTrans" cxnId="{D0AEA529-78DA-4F28-92BC-F1051A88FC8C}">
      <dgm:prSet/>
      <dgm:spPr/>
      <dgm:t>
        <a:bodyPr/>
        <a:lstStyle/>
        <a:p>
          <a:endParaRPr lang="en-US"/>
        </a:p>
      </dgm:t>
    </dgm:pt>
    <dgm:pt modelId="{C02AAC7D-C0F9-4692-B48A-82079DD5B71F}" type="sibTrans" cxnId="{D0AEA529-78DA-4F28-92BC-F1051A88FC8C}">
      <dgm:prSet/>
      <dgm:spPr/>
      <dgm:t>
        <a:bodyPr/>
        <a:lstStyle/>
        <a:p>
          <a:endParaRPr lang="en-US"/>
        </a:p>
      </dgm:t>
    </dgm:pt>
    <dgm:pt modelId="{83C9634A-1A68-4A56-8ACB-BDD21549954B}">
      <dgm:prSet/>
      <dgm:spPr/>
      <dgm:t>
        <a:bodyPr/>
        <a:lstStyle/>
        <a:p>
          <a:r>
            <a:rPr lang="en-US" b="0" i="0" dirty="0"/>
            <a:t>AI suggest: “Based on class data, assign pediatric emergency scenarios?”</a:t>
          </a:r>
          <a:endParaRPr lang="en-US" dirty="0"/>
        </a:p>
      </dgm:t>
    </dgm:pt>
    <dgm:pt modelId="{D5C293CF-87AD-4F43-98A0-6C9002B8BAF7}" type="parTrans" cxnId="{32A9A983-8FC2-488E-9F18-411E5AB6569B}">
      <dgm:prSet/>
      <dgm:spPr/>
      <dgm:t>
        <a:bodyPr/>
        <a:lstStyle/>
        <a:p>
          <a:endParaRPr lang="en-US"/>
        </a:p>
      </dgm:t>
    </dgm:pt>
    <dgm:pt modelId="{3E05E16B-2399-49ED-991D-EE2DF42B612D}" type="sibTrans" cxnId="{32A9A983-8FC2-488E-9F18-411E5AB6569B}">
      <dgm:prSet/>
      <dgm:spPr/>
      <dgm:t>
        <a:bodyPr/>
        <a:lstStyle/>
        <a:p>
          <a:endParaRPr lang="en-US"/>
        </a:p>
      </dgm:t>
    </dgm:pt>
    <dgm:pt modelId="{F6EBFB7D-30A3-4E17-AE3E-E884DCE6CF0A}">
      <dgm:prSet/>
      <dgm:spPr/>
      <dgm:t>
        <a:bodyPr/>
        <a:lstStyle/>
        <a:p>
          <a:r>
            <a:rPr lang="en-US" b="0" i="0" dirty="0"/>
            <a:t>Emma customizes scenario parameters (difficulty, patient count, time pressure)</a:t>
          </a:r>
          <a:endParaRPr lang="en-US" dirty="0"/>
        </a:p>
      </dgm:t>
    </dgm:pt>
    <dgm:pt modelId="{1DD05E4C-6672-45F3-8441-34ED29AF98F2}" type="parTrans" cxnId="{CC031F98-D8CA-43EE-A143-40F4EB5D2584}">
      <dgm:prSet/>
      <dgm:spPr/>
      <dgm:t>
        <a:bodyPr/>
        <a:lstStyle/>
        <a:p>
          <a:endParaRPr lang="en-US"/>
        </a:p>
      </dgm:t>
    </dgm:pt>
    <dgm:pt modelId="{A5C06D12-3AE2-44EA-BF30-4AB878CB3DCB}" type="sibTrans" cxnId="{CC031F98-D8CA-43EE-A143-40F4EB5D2584}">
      <dgm:prSet/>
      <dgm:spPr/>
      <dgm:t>
        <a:bodyPr/>
        <a:lstStyle/>
        <a:p>
          <a:endParaRPr lang="en-US"/>
        </a:p>
      </dgm:t>
    </dgm:pt>
    <dgm:pt modelId="{5F8D7285-299A-4180-B3DE-813C8D7F8C09}">
      <dgm:prSet/>
      <dgm:spPr/>
      <dgm:t>
        <a:bodyPr/>
        <a:lstStyle/>
        <a:p>
          <a:r>
            <a:rPr lang="en-US" b="0" i="0" dirty="0"/>
            <a:t>AI generated scenario bank with protocol citations and learning objectives</a:t>
          </a:r>
          <a:endParaRPr lang="en-US" dirty="0"/>
        </a:p>
      </dgm:t>
    </dgm:pt>
    <dgm:pt modelId="{99E25CC7-3165-40AF-9CC3-9B70F79574AA}" type="parTrans" cxnId="{8642E16E-0361-4D0B-B7B1-D7391D65B1FA}">
      <dgm:prSet/>
      <dgm:spPr/>
      <dgm:t>
        <a:bodyPr/>
        <a:lstStyle/>
        <a:p>
          <a:endParaRPr lang="en-US"/>
        </a:p>
      </dgm:t>
    </dgm:pt>
    <dgm:pt modelId="{D0BFE09F-C918-4249-B4E4-6DE4A8C5FCFF}" type="sibTrans" cxnId="{8642E16E-0361-4D0B-B7B1-D7391D65B1FA}">
      <dgm:prSet/>
      <dgm:spPr/>
      <dgm:t>
        <a:bodyPr/>
        <a:lstStyle/>
        <a:p>
          <a:endParaRPr lang="en-US"/>
        </a:p>
      </dgm:t>
    </dgm:pt>
    <dgm:pt modelId="{DAD8A8E8-3D2F-4970-9AB8-F93820FF1E1A}">
      <dgm:prSet/>
      <dgm:spPr/>
      <dgm:t>
        <a:bodyPr/>
        <a:lstStyle/>
        <a:p>
          <a:r>
            <a:rPr lang="en-US" dirty="0"/>
            <a:t>Emma reviews and approves scenarios for assignments</a:t>
          </a:r>
        </a:p>
      </dgm:t>
    </dgm:pt>
    <dgm:pt modelId="{77E3B04A-66E7-415A-BF53-BCE4B3205C5E}" type="parTrans" cxnId="{D5EBC3F6-1EA8-4A3F-A585-9E8E761902E9}">
      <dgm:prSet/>
      <dgm:spPr/>
      <dgm:t>
        <a:bodyPr/>
        <a:lstStyle/>
        <a:p>
          <a:endParaRPr lang="en-US"/>
        </a:p>
      </dgm:t>
    </dgm:pt>
    <dgm:pt modelId="{85F1B9E5-BDC7-42F5-9DC1-BCD63816FB79}" type="sibTrans" cxnId="{D5EBC3F6-1EA8-4A3F-A585-9E8E761902E9}">
      <dgm:prSet/>
      <dgm:spPr/>
      <dgm:t>
        <a:bodyPr/>
        <a:lstStyle/>
        <a:p>
          <a:endParaRPr lang="en-US"/>
        </a:p>
      </dgm:t>
    </dgm:pt>
    <dgm:pt modelId="{959DCBB0-495E-41FE-972C-6A305672C222}">
      <dgm:prSet/>
      <dgm:spPr/>
      <dgm:t>
        <a:bodyPr/>
        <a:lstStyle/>
        <a:p>
          <a:r>
            <a:rPr lang="en-US" b="0" i="0" dirty="0"/>
            <a:t>Students receive targeted practice assignments with Emma’s feedback enabled</a:t>
          </a:r>
          <a:endParaRPr lang="en-US" dirty="0"/>
        </a:p>
      </dgm:t>
    </dgm:pt>
    <dgm:pt modelId="{68FBA4F7-D33A-4589-9392-AF64676C3410}" type="parTrans" cxnId="{9B7E538F-2941-418C-9857-B5CE15DFC6C8}">
      <dgm:prSet/>
      <dgm:spPr/>
      <dgm:t>
        <a:bodyPr/>
        <a:lstStyle/>
        <a:p>
          <a:endParaRPr lang="en-US"/>
        </a:p>
      </dgm:t>
    </dgm:pt>
    <dgm:pt modelId="{E41D1A69-96E6-426A-823C-A966EEBE7B1B}" type="sibTrans" cxnId="{9B7E538F-2941-418C-9857-B5CE15DFC6C8}">
      <dgm:prSet/>
      <dgm:spPr/>
      <dgm:t>
        <a:bodyPr/>
        <a:lstStyle/>
        <a:p>
          <a:endParaRPr lang="en-US"/>
        </a:p>
      </dgm:t>
    </dgm:pt>
    <dgm:pt modelId="{E15E533C-F94B-46C2-B5EA-A5553038DD7C}">
      <dgm:prSet/>
      <dgm:spPr/>
      <dgm:t>
        <a:bodyPr/>
        <a:lstStyle/>
        <a:p>
          <a:r>
            <a:rPr lang="en-US" b="0" i="0" dirty="0"/>
            <a:t>Real-time progress monitoring shows student improvement in weak areas</a:t>
          </a:r>
          <a:endParaRPr lang="en-US" dirty="0"/>
        </a:p>
      </dgm:t>
    </dgm:pt>
    <dgm:pt modelId="{613ED14D-DA98-49F8-B9E7-ACB6D8043C8E}" type="parTrans" cxnId="{D57E3565-A410-460E-847A-1F0B0AE01C5D}">
      <dgm:prSet/>
      <dgm:spPr/>
      <dgm:t>
        <a:bodyPr/>
        <a:lstStyle/>
        <a:p>
          <a:endParaRPr lang="en-US"/>
        </a:p>
      </dgm:t>
    </dgm:pt>
    <dgm:pt modelId="{6051F15A-A599-4E9F-A577-BEBA42028F5B}" type="sibTrans" cxnId="{D57E3565-A410-460E-847A-1F0B0AE01C5D}">
      <dgm:prSet/>
      <dgm:spPr/>
      <dgm:t>
        <a:bodyPr/>
        <a:lstStyle/>
        <a:p>
          <a:endParaRPr lang="en-US"/>
        </a:p>
      </dgm:t>
    </dgm:pt>
    <dgm:pt modelId="{3BD08C3B-7B7F-4B75-80A4-4D7EED8CA86B}" type="pres">
      <dgm:prSet presAssocID="{D06E0F82-7A2B-4597-AC80-F8BA0F2B279A}" presName="Name0" presStyleCnt="0">
        <dgm:presLayoutVars>
          <dgm:dir/>
          <dgm:resizeHandles val="exact"/>
        </dgm:presLayoutVars>
      </dgm:prSet>
      <dgm:spPr/>
    </dgm:pt>
    <dgm:pt modelId="{A7A297EA-6A03-47FC-B46E-044FF410E0A5}" type="pres">
      <dgm:prSet presAssocID="{DEF3441B-865A-4461-B94F-9B5C25D4B130}" presName="node" presStyleLbl="node1" presStyleIdx="0" presStyleCnt="9">
        <dgm:presLayoutVars>
          <dgm:bulletEnabled val="1"/>
        </dgm:presLayoutVars>
      </dgm:prSet>
      <dgm:spPr/>
    </dgm:pt>
    <dgm:pt modelId="{21A4883B-AFC8-4854-8592-CE280B0E2DED}" type="pres">
      <dgm:prSet presAssocID="{EE3C72FF-5021-4CBD-A90C-D33BDC312EC2}" presName="sibTrans" presStyleLbl="sibTrans1D1" presStyleIdx="0" presStyleCnt="8"/>
      <dgm:spPr/>
    </dgm:pt>
    <dgm:pt modelId="{9F6E6A74-4AD0-464B-98BA-78225D950DBF}" type="pres">
      <dgm:prSet presAssocID="{EE3C72FF-5021-4CBD-A90C-D33BDC312EC2}" presName="connectorText" presStyleLbl="sibTrans1D1" presStyleIdx="0" presStyleCnt="8"/>
      <dgm:spPr/>
    </dgm:pt>
    <dgm:pt modelId="{30E001D4-0CBB-4995-BE4E-86D5331E69B9}" type="pres">
      <dgm:prSet presAssocID="{C10CDEB4-38F9-448D-8199-1B8C38E53230}" presName="node" presStyleLbl="node1" presStyleIdx="1" presStyleCnt="9">
        <dgm:presLayoutVars>
          <dgm:bulletEnabled val="1"/>
        </dgm:presLayoutVars>
      </dgm:prSet>
      <dgm:spPr/>
    </dgm:pt>
    <dgm:pt modelId="{8917A8A9-AAE8-4C78-80ED-18B5D0D82AC3}" type="pres">
      <dgm:prSet presAssocID="{8DA8DEF1-A451-49C1-B9F2-346B9B53BC1B}" presName="sibTrans" presStyleLbl="sibTrans1D1" presStyleIdx="1" presStyleCnt="8"/>
      <dgm:spPr/>
    </dgm:pt>
    <dgm:pt modelId="{CEACED6E-BCB5-4BA5-8F6C-F7D7468AA5AA}" type="pres">
      <dgm:prSet presAssocID="{8DA8DEF1-A451-49C1-B9F2-346B9B53BC1B}" presName="connectorText" presStyleLbl="sibTrans1D1" presStyleIdx="1" presStyleCnt="8"/>
      <dgm:spPr/>
    </dgm:pt>
    <dgm:pt modelId="{3A6A3E98-BB43-4D7D-93ED-FC4C46656D41}" type="pres">
      <dgm:prSet presAssocID="{3AADDD0F-5565-4E64-9B68-4BB51286FF7C}" presName="node" presStyleLbl="node1" presStyleIdx="2" presStyleCnt="9">
        <dgm:presLayoutVars>
          <dgm:bulletEnabled val="1"/>
        </dgm:presLayoutVars>
      </dgm:prSet>
      <dgm:spPr/>
    </dgm:pt>
    <dgm:pt modelId="{BA953DB7-4FAE-45B7-BD38-D8107BA31758}" type="pres">
      <dgm:prSet presAssocID="{C02AAC7D-C0F9-4692-B48A-82079DD5B71F}" presName="sibTrans" presStyleLbl="sibTrans1D1" presStyleIdx="2" presStyleCnt="8"/>
      <dgm:spPr/>
    </dgm:pt>
    <dgm:pt modelId="{5E546A04-3B4F-4A23-85DA-561C3163308C}" type="pres">
      <dgm:prSet presAssocID="{C02AAC7D-C0F9-4692-B48A-82079DD5B71F}" presName="connectorText" presStyleLbl="sibTrans1D1" presStyleIdx="2" presStyleCnt="8"/>
      <dgm:spPr/>
    </dgm:pt>
    <dgm:pt modelId="{B6FF5D0C-9E64-45AF-8E5E-1F0C22BDF5FD}" type="pres">
      <dgm:prSet presAssocID="{83C9634A-1A68-4A56-8ACB-BDD21549954B}" presName="node" presStyleLbl="node1" presStyleIdx="3" presStyleCnt="9">
        <dgm:presLayoutVars>
          <dgm:bulletEnabled val="1"/>
        </dgm:presLayoutVars>
      </dgm:prSet>
      <dgm:spPr/>
    </dgm:pt>
    <dgm:pt modelId="{C71FC85D-48FE-4585-BA49-E502EFE4EFF5}" type="pres">
      <dgm:prSet presAssocID="{3E05E16B-2399-49ED-991D-EE2DF42B612D}" presName="sibTrans" presStyleLbl="sibTrans1D1" presStyleIdx="3" presStyleCnt="8"/>
      <dgm:spPr/>
    </dgm:pt>
    <dgm:pt modelId="{FADB7A25-D975-4607-9DC0-77688FC1E83C}" type="pres">
      <dgm:prSet presAssocID="{3E05E16B-2399-49ED-991D-EE2DF42B612D}" presName="connectorText" presStyleLbl="sibTrans1D1" presStyleIdx="3" presStyleCnt="8"/>
      <dgm:spPr/>
    </dgm:pt>
    <dgm:pt modelId="{6642539C-E20C-4CD4-A735-38D5E2746592}" type="pres">
      <dgm:prSet presAssocID="{F6EBFB7D-30A3-4E17-AE3E-E884DCE6CF0A}" presName="node" presStyleLbl="node1" presStyleIdx="4" presStyleCnt="9">
        <dgm:presLayoutVars>
          <dgm:bulletEnabled val="1"/>
        </dgm:presLayoutVars>
      </dgm:prSet>
      <dgm:spPr/>
    </dgm:pt>
    <dgm:pt modelId="{A91DB7EB-220C-4AFC-A1ED-D7DF97D561FE}" type="pres">
      <dgm:prSet presAssocID="{A5C06D12-3AE2-44EA-BF30-4AB878CB3DCB}" presName="sibTrans" presStyleLbl="sibTrans1D1" presStyleIdx="4" presStyleCnt="8"/>
      <dgm:spPr/>
    </dgm:pt>
    <dgm:pt modelId="{1A6B7AB3-ADB1-4901-B805-32AE3899A373}" type="pres">
      <dgm:prSet presAssocID="{A5C06D12-3AE2-44EA-BF30-4AB878CB3DCB}" presName="connectorText" presStyleLbl="sibTrans1D1" presStyleIdx="4" presStyleCnt="8"/>
      <dgm:spPr/>
    </dgm:pt>
    <dgm:pt modelId="{9E16DD13-2287-4B52-A51C-D4DED0D1989B}" type="pres">
      <dgm:prSet presAssocID="{5F8D7285-299A-4180-B3DE-813C8D7F8C09}" presName="node" presStyleLbl="node1" presStyleIdx="5" presStyleCnt="9">
        <dgm:presLayoutVars>
          <dgm:bulletEnabled val="1"/>
        </dgm:presLayoutVars>
      </dgm:prSet>
      <dgm:spPr/>
    </dgm:pt>
    <dgm:pt modelId="{1ADB7133-9B36-431D-8798-36CD6BEB222F}" type="pres">
      <dgm:prSet presAssocID="{D0BFE09F-C918-4249-B4E4-6DE4A8C5FCFF}" presName="sibTrans" presStyleLbl="sibTrans1D1" presStyleIdx="5" presStyleCnt="8"/>
      <dgm:spPr/>
    </dgm:pt>
    <dgm:pt modelId="{90A8E1A7-2425-45D5-869A-FC2736EF3997}" type="pres">
      <dgm:prSet presAssocID="{D0BFE09F-C918-4249-B4E4-6DE4A8C5FCFF}" presName="connectorText" presStyleLbl="sibTrans1D1" presStyleIdx="5" presStyleCnt="8"/>
      <dgm:spPr/>
    </dgm:pt>
    <dgm:pt modelId="{C8B51351-2E13-4C24-8717-8599FD379F2A}" type="pres">
      <dgm:prSet presAssocID="{DAD8A8E8-3D2F-4970-9AB8-F93820FF1E1A}" presName="node" presStyleLbl="node1" presStyleIdx="6" presStyleCnt="9" custLinFactNeighborX="1275" custLinFactNeighborY="349">
        <dgm:presLayoutVars>
          <dgm:bulletEnabled val="1"/>
        </dgm:presLayoutVars>
      </dgm:prSet>
      <dgm:spPr/>
    </dgm:pt>
    <dgm:pt modelId="{5C6BF370-3CE7-42A4-8605-407A70261FBE}" type="pres">
      <dgm:prSet presAssocID="{85F1B9E5-BDC7-42F5-9DC1-BCD63816FB79}" presName="sibTrans" presStyleLbl="sibTrans1D1" presStyleIdx="6" presStyleCnt="8"/>
      <dgm:spPr/>
    </dgm:pt>
    <dgm:pt modelId="{A6F718A3-ACCD-4D2C-9487-AA0D3B31556C}" type="pres">
      <dgm:prSet presAssocID="{85F1B9E5-BDC7-42F5-9DC1-BCD63816FB79}" presName="connectorText" presStyleLbl="sibTrans1D1" presStyleIdx="6" presStyleCnt="8"/>
      <dgm:spPr/>
    </dgm:pt>
    <dgm:pt modelId="{D7C4C440-763F-406E-A0A1-56D286F7E835}" type="pres">
      <dgm:prSet presAssocID="{959DCBB0-495E-41FE-972C-6A305672C222}" presName="node" presStyleLbl="node1" presStyleIdx="7" presStyleCnt="9">
        <dgm:presLayoutVars>
          <dgm:bulletEnabled val="1"/>
        </dgm:presLayoutVars>
      </dgm:prSet>
      <dgm:spPr/>
    </dgm:pt>
    <dgm:pt modelId="{FE85F390-3FC2-4819-934D-F47C24967753}" type="pres">
      <dgm:prSet presAssocID="{E41D1A69-96E6-426A-823C-A966EEBE7B1B}" presName="sibTrans" presStyleLbl="sibTrans1D1" presStyleIdx="7" presStyleCnt="8"/>
      <dgm:spPr/>
    </dgm:pt>
    <dgm:pt modelId="{ED92FFA0-5ACD-430D-A5BA-C9D8521BF752}" type="pres">
      <dgm:prSet presAssocID="{E41D1A69-96E6-426A-823C-A966EEBE7B1B}" presName="connectorText" presStyleLbl="sibTrans1D1" presStyleIdx="7" presStyleCnt="8"/>
      <dgm:spPr/>
    </dgm:pt>
    <dgm:pt modelId="{E7D0A2CF-D41F-4F94-9279-54FF0037C60B}" type="pres">
      <dgm:prSet presAssocID="{E15E533C-F94B-46C2-B5EA-A5553038DD7C}" presName="node" presStyleLbl="node1" presStyleIdx="8" presStyleCnt="9" custScaleX="106865" custScaleY="98279">
        <dgm:presLayoutVars>
          <dgm:bulletEnabled val="1"/>
        </dgm:presLayoutVars>
      </dgm:prSet>
      <dgm:spPr/>
    </dgm:pt>
  </dgm:ptLst>
  <dgm:cxnLst>
    <dgm:cxn modelId="{F4554E03-7A77-43D8-BBAE-4407D7E7E517}" type="presOf" srcId="{C02AAC7D-C0F9-4692-B48A-82079DD5B71F}" destId="{BA953DB7-4FAE-45B7-BD38-D8107BA31758}" srcOrd="0" destOrd="0" presId="urn:microsoft.com/office/officeart/2016/7/layout/RepeatingBendingProcessNew"/>
    <dgm:cxn modelId="{B2009519-2CF1-4CBC-A021-FA00BAA932EA}" type="presOf" srcId="{A5C06D12-3AE2-44EA-BF30-4AB878CB3DCB}" destId="{A91DB7EB-220C-4AFC-A1ED-D7DF97D561FE}" srcOrd="0" destOrd="0" presId="urn:microsoft.com/office/officeart/2016/7/layout/RepeatingBendingProcessNew"/>
    <dgm:cxn modelId="{8C73721D-4C50-4676-AE4F-A381BFA6ED9A}" type="presOf" srcId="{E41D1A69-96E6-426A-823C-A966EEBE7B1B}" destId="{ED92FFA0-5ACD-430D-A5BA-C9D8521BF752}" srcOrd="1" destOrd="0" presId="urn:microsoft.com/office/officeart/2016/7/layout/RepeatingBendingProcessNew"/>
    <dgm:cxn modelId="{39209A22-1D04-4F65-8AD7-D11A233E80B4}" type="presOf" srcId="{D06E0F82-7A2B-4597-AC80-F8BA0F2B279A}" destId="{3BD08C3B-7B7F-4B75-80A4-4D7EED8CA86B}" srcOrd="0" destOrd="0" presId="urn:microsoft.com/office/officeart/2016/7/layout/RepeatingBendingProcessNew"/>
    <dgm:cxn modelId="{D0AEA529-78DA-4F28-92BC-F1051A88FC8C}" srcId="{D06E0F82-7A2B-4597-AC80-F8BA0F2B279A}" destId="{3AADDD0F-5565-4E64-9B68-4BB51286FF7C}" srcOrd="2" destOrd="0" parTransId="{C826C625-7FD0-49F1-ADA9-55980EFA0D0F}" sibTransId="{C02AAC7D-C0F9-4692-B48A-82079DD5B71F}"/>
    <dgm:cxn modelId="{3ECDDD34-601D-4722-9B87-AD8AE78BD0FB}" type="presOf" srcId="{959DCBB0-495E-41FE-972C-6A305672C222}" destId="{D7C4C440-763F-406E-A0A1-56D286F7E835}" srcOrd="0" destOrd="0" presId="urn:microsoft.com/office/officeart/2016/7/layout/RepeatingBendingProcessNew"/>
    <dgm:cxn modelId="{919C143F-DD80-4C6E-A182-026128F8F2F9}" type="presOf" srcId="{C02AAC7D-C0F9-4692-B48A-82079DD5B71F}" destId="{5E546A04-3B4F-4A23-85DA-561C3163308C}" srcOrd="1" destOrd="0" presId="urn:microsoft.com/office/officeart/2016/7/layout/RepeatingBendingProcessNew"/>
    <dgm:cxn modelId="{6F522C41-DE28-4D60-9259-4A315D44365E}" type="presOf" srcId="{E41D1A69-96E6-426A-823C-A966EEBE7B1B}" destId="{FE85F390-3FC2-4819-934D-F47C24967753}" srcOrd="0" destOrd="0" presId="urn:microsoft.com/office/officeart/2016/7/layout/RepeatingBendingProcessNew"/>
    <dgm:cxn modelId="{A310BC62-B0F1-4F2D-B124-65761D61655D}" type="presOf" srcId="{3AADDD0F-5565-4E64-9B68-4BB51286FF7C}" destId="{3A6A3E98-BB43-4D7D-93ED-FC4C46656D41}" srcOrd="0" destOrd="0" presId="urn:microsoft.com/office/officeart/2016/7/layout/RepeatingBendingProcessNew"/>
    <dgm:cxn modelId="{D57E3565-A410-460E-847A-1F0B0AE01C5D}" srcId="{D06E0F82-7A2B-4597-AC80-F8BA0F2B279A}" destId="{E15E533C-F94B-46C2-B5EA-A5553038DD7C}" srcOrd="8" destOrd="0" parTransId="{613ED14D-DA98-49F8-B9E7-ACB6D8043C8E}" sibTransId="{6051F15A-A599-4E9F-A577-BEBA42028F5B}"/>
    <dgm:cxn modelId="{5AEAA649-1FAA-4994-B424-4ABD06173DAD}" type="presOf" srcId="{8DA8DEF1-A451-49C1-B9F2-346B9B53BC1B}" destId="{8917A8A9-AAE8-4C78-80ED-18B5D0D82AC3}" srcOrd="0" destOrd="0" presId="urn:microsoft.com/office/officeart/2016/7/layout/RepeatingBendingProcessNew"/>
    <dgm:cxn modelId="{8642E16E-0361-4D0B-B7B1-D7391D65B1FA}" srcId="{D06E0F82-7A2B-4597-AC80-F8BA0F2B279A}" destId="{5F8D7285-299A-4180-B3DE-813C8D7F8C09}" srcOrd="5" destOrd="0" parTransId="{99E25CC7-3165-40AF-9CC3-9B70F79574AA}" sibTransId="{D0BFE09F-C918-4249-B4E4-6DE4A8C5FCFF}"/>
    <dgm:cxn modelId="{5705AE55-44B6-44E8-939C-1ECA3301DE32}" type="presOf" srcId="{5F8D7285-299A-4180-B3DE-813C8D7F8C09}" destId="{9E16DD13-2287-4B52-A51C-D4DED0D1989B}" srcOrd="0" destOrd="0" presId="urn:microsoft.com/office/officeart/2016/7/layout/RepeatingBendingProcessNew"/>
    <dgm:cxn modelId="{D8B90E7B-4902-48F5-89C7-FA053984592D}" type="presOf" srcId="{DEF3441B-865A-4461-B94F-9B5C25D4B130}" destId="{A7A297EA-6A03-47FC-B46E-044FF410E0A5}" srcOrd="0" destOrd="0" presId="urn:microsoft.com/office/officeart/2016/7/layout/RepeatingBendingProcessNew"/>
    <dgm:cxn modelId="{40399982-DBC8-4B86-9616-7E3187DE1BD5}" type="presOf" srcId="{85F1B9E5-BDC7-42F5-9DC1-BCD63816FB79}" destId="{A6F718A3-ACCD-4D2C-9487-AA0D3B31556C}" srcOrd="1" destOrd="0" presId="urn:microsoft.com/office/officeart/2016/7/layout/RepeatingBendingProcessNew"/>
    <dgm:cxn modelId="{32A9A983-8FC2-488E-9F18-411E5AB6569B}" srcId="{D06E0F82-7A2B-4597-AC80-F8BA0F2B279A}" destId="{83C9634A-1A68-4A56-8ACB-BDD21549954B}" srcOrd="3" destOrd="0" parTransId="{D5C293CF-87AD-4F43-98A0-6C9002B8BAF7}" sibTransId="{3E05E16B-2399-49ED-991D-EE2DF42B612D}"/>
    <dgm:cxn modelId="{45FD4284-1BB7-488E-BE40-A74C791B62BF}" type="presOf" srcId="{8DA8DEF1-A451-49C1-B9F2-346B9B53BC1B}" destId="{CEACED6E-BCB5-4BA5-8F6C-F7D7468AA5AA}" srcOrd="1" destOrd="0" presId="urn:microsoft.com/office/officeart/2016/7/layout/RepeatingBendingProcessNew"/>
    <dgm:cxn modelId="{DB42778D-E8E3-417E-83A4-E3AAD6B2F64D}" type="presOf" srcId="{D0BFE09F-C918-4249-B4E4-6DE4A8C5FCFF}" destId="{90A8E1A7-2425-45D5-869A-FC2736EF3997}" srcOrd="1" destOrd="0" presId="urn:microsoft.com/office/officeart/2016/7/layout/RepeatingBendingProcessNew"/>
    <dgm:cxn modelId="{9B7E538F-2941-418C-9857-B5CE15DFC6C8}" srcId="{D06E0F82-7A2B-4597-AC80-F8BA0F2B279A}" destId="{959DCBB0-495E-41FE-972C-6A305672C222}" srcOrd="7" destOrd="0" parTransId="{68FBA4F7-D33A-4589-9392-AF64676C3410}" sibTransId="{E41D1A69-96E6-426A-823C-A966EEBE7B1B}"/>
    <dgm:cxn modelId="{7C8B1C96-A9F5-4CC3-9459-0A2C7C448D24}" type="presOf" srcId="{3E05E16B-2399-49ED-991D-EE2DF42B612D}" destId="{C71FC85D-48FE-4585-BA49-E502EFE4EFF5}" srcOrd="0" destOrd="0" presId="urn:microsoft.com/office/officeart/2016/7/layout/RepeatingBendingProcessNew"/>
    <dgm:cxn modelId="{05A9BC97-01C6-40AC-B0C7-BBE9B8F134EB}" type="presOf" srcId="{85F1B9E5-BDC7-42F5-9DC1-BCD63816FB79}" destId="{5C6BF370-3CE7-42A4-8605-407A70261FBE}" srcOrd="0" destOrd="0" presId="urn:microsoft.com/office/officeart/2016/7/layout/RepeatingBendingProcessNew"/>
    <dgm:cxn modelId="{CC031F98-D8CA-43EE-A143-40F4EB5D2584}" srcId="{D06E0F82-7A2B-4597-AC80-F8BA0F2B279A}" destId="{F6EBFB7D-30A3-4E17-AE3E-E884DCE6CF0A}" srcOrd="4" destOrd="0" parTransId="{1DD05E4C-6672-45F3-8441-34ED29AF98F2}" sibTransId="{A5C06D12-3AE2-44EA-BF30-4AB878CB3DCB}"/>
    <dgm:cxn modelId="{5A7DA89D-0CB0-454C-AD97-8537F59C4B5C}" srcId="{D06E0F82-7A2B-4597-AC80-F8BA0F2B279A}" destId="{C10CDEB4-38F9-448D-8199-1B8C38E53230}" srcOrd="1" destOrd="0" parTransId="{EBF8B03B-3A88-4D1D-B97D-687FE804FE9C}" sibTransId="{8DA8DEF1-A451-49C1-B9F2-346B9B53BC1B}"/>
    <dgm:cxn modelId="{B87E63A8-E96B-4DE1-816A-335C44D7AC99}" type="presOf" srcId="{EE3C72FF-5021-4CBD-A90C-D33BDC312EC2}" destId="{21A4883B-AFC8-4854-8592-CE280B0E2DED}" srcOrd="0" destOrd="0" presId="urn:microsoft.com/office/officeart/2016/7/layout/RepeatingBendingProcessNew"/>
    <dgm:cxn modelId="{AA0E55AD-0EA3-4C19-A925-0450F721C0D8}" type="presOf" srcId="{83C9634A-1A68-4A56-8ACB-BDD21549954B}" destId="{B6FF5D0C-9E64-45AF-8E5E-1F0C22BDF5FD}" srcOrd="0" destOrd="0" presId="urn:microsoft.com/office/officeart/2016/7/layout/RepeatingBendingProcessNew"/>
    <dgm:cxn modelId="{C6BF42AF-8CF8-4035-9D19-1F1E69F7FB2A}" type="presOf" srcId="{A5C06D12-3AE2-44EA-BF30-4AB878CB3DCB}" destId="{1A6B7AB3-ADB1-4901-B805-32AE3899A373}" srcOrd="1" destOrd="0" presId="urn:microsoft.com/office/officeart/2016/7/layout/RepeatingBendingProcessNew"/>
    <dgm:cxn modelId="{91C0F4BA-0299-4905-A940-A58E82165F4A}" type="presOf" srcId="{DAD8A8E8-3D2F-4970-9AB8-F93820FF1E1A}" destId="{C8B51351-2E13-4C24-8717-8599FD379F2A}" srcOrd="0" destOrd="0" presId="urn:microsoft.com/office/officeart/2016/7/layout/RepeatingBendingProcessNew"/>
    <dgm:cxn modelId="{36F648C4-F0B8-4843-A56D-3CDD048353D2}" type="presOf" srcId="{D0BFE09F-C918-4249-B4E4-6DE4A8C5FCFF}" destId="{1ADB7133-9B36-431D-8798-36CD6BEB222F}" srcOrd="0" destOrd="0" presId="urn:microsoft.com/office/officeart/2016/7/layout/RepeatingBendingProcessNew"/>
    <dgm:cxn modelId="{84CF9EC6-FB61-41A2-999A-A051D1816387}" type="presOf" srcId="{E15E533C-F94B-46C2-B5EA-A5553038DD7C}" destId="{E7D0A2CF-D41F-4F94-9279-54FF0037C60B}" srcOrd="0" destOrd="0" presId="urn:microsoft.com/office/officeart/2016/7/layout/RepeatingBendingProcessNew"/>
    <dgm:cxn modelId="{25E90BD8-25EB-4580-A543-B431B7EC48A3}" type="presOf" srcId="{3E05E16B-2399-49ED-991D-EE2DF42B612D}" destId="{FADB7A25-D975-4607-9DC0-77688FC1E83C}" srcOrd="1" destOrd="0" presId="urn:microsoft.com/office/officeart/2016/7/layout/RepeatingBendingProcessNew"/>
    <dgm:cxn modelId="{B116B5DB-AB89-4229-A818-07ADFCE5E4B3}" srcId="{D06E0F82-7A2B-4597-AC80-F8BA0F2B279A}" destId="{DEF3441B-865A-4461-B94F-9B5C25D4B130}" srcOrd="0" destOrd="0" parTransId="{23E0324E-A761-4DDB-8BAB-CD472A38F4A9}" sibTransId="{EE3C72FF-5021-4CBD-A90C-D33BDC312EC2}"/>
    <dgm:cxn modelId="{99886DE7-8AA2-4052-9B7C-9ECD35A2CE34}" type="presOf" srcId="{EE3C72FF-5021-4CBD-A90C-D33BDC312EC2}" destId="{9F6E6A74-4AD0-464B-98BA-78225D950DBF}" srcOrd="1" destOrd="0" presId="urn:microsoft.com/office/officeart/2016/7/layout/RepeatingBendingProcessNew"/>
    <dgm:cxn modelId="{D5EBC3F6-1EA8-4A3F-A585-9E8E761902E9}" srcId="{D06E0F82-7A2B-4597-AC80-F8BA0F2B279A}" destId="{DAD8A8E8-3D2F-4970-9AB8-F93820FF1E1A}" srcOrd="6" destOrd="0" parTransId="{77E3B04A-66E7-415A-BF53-BCE4B3205C5E}" sibTransId="{85F1B9E5-BDC7-42F5-9DC1-BCD63816FB79}"/>
    <dgm:cxn modelId="{078A53F8-5C70-46FA-AAE1-09834D88B7EB}" type="presOf" srcId="{C10CDEB4-38F9-448D-8199-1B8C38E53230}" destId="{30E001D4-0CBB-4995-BE4E-86D5331E69B9}" srcOrd="0" destOrd="0" presId="urn:microsoft.com/office/officeart/2016/7/layout/RepeatingBendingProcessNew"/>
    <dgm:cxn modelId="{344D69FB-8952-4BB2-B8E1-084B5E5D4E01}" type="presOf" srcId="{F6EBFB7D-30A3-4E17-AE3E-E884DCE6CF0A}" destId="{6642539C-E20C-4CD4-A735-38D5E2746592}" srcOrd="0" destOrd="0" presId="urn:microsoft.com/office/officeart/2016/7/layout/RepeatingBendingProcessNew"/>
    <dgm:cxn modelId="{35D029F0-7F80-46DB-96E3-096452ABB8BA}" type="presParOf" srcId="{3BD08C3B-7B7F-4B75-80A4-4D7EED8CA86B}" destId="{A7A297EA-6A03-47FC-B46E-044FF410E0A5}" srcOrd="0" destOrd="0" presId="urn:microsoft.com/office/officeart/2016/7/layout/RepeatingBendingProcessNew"/>
    <dgm:cxn modelId="{6A0892B1-01E1-4995-886A-A497AD7A3432}" type="presParOf" srcId="{3BD08C3B-7B7F-4B75-80A4-4D7EED8CA86B}" destId="{21A4883B-AFC8-4854-8592-CE280B0E2DED}" srcOrd="1" destOrd="0" presId="urn:microsoft.com/office/officeart/2016/7/layout/RepeatingBendingProcessNew"/>
    <dgm:cxn modelId="{A79E9496-86FB-4EDD-86C3-3E88DD4A3275}" type="presParOf" srcId="{21A4883B-AFC8-4854-8592-CE280B0E2DED}" destId="{9F6E6A74-4AD0-464B-98BA-78225D950DBF}" srcOrd="0" destOrd="0" presId="urn:microsoft.com/office/officeart/2016/7/layout/RepeatingBendingProcessNew"/>
    <dgm:cxn modelId="{C9706D45-0409-4461-BC26-7D60D6D1E0C1}" type="presParOf" srcId="{3BD08C3B-7B7F-4B75-80A4-4D7EED8CA86B}" destId="{30E001D4-0CBB-4995-BE4E-86D5331E69B9}" srcOrd="2" destOrd="0" presId="urn:microsoft.com/office/officeart/2016/7/layout/RepeatingBendingProcessNew"/>
    <dgm:cxn modelId="{6985142D-A37B-47C4-8B83-2A9375231F8D}" type="presParOf" srcId="{3BD08C3B-7B7F-4B75-80A4-4D7EED8CA86B}" destId="{8917A8A9-AAE8-4C78-80ED-18B5D0D82AC3}" srcOrd="3" destOrd="0" presId="urn:microsoft.com/office/officeart/2016/7/layout/RepeatingBendingProcessNew"/>
    <dgm:cxn modelId="{B44FB1CB-347F-4775-B6B3-85ABB47F9B05}" type="presParOf" srcId="{8917A8A9-AAE8-4C78-80ED-18B5D0D82AC3}" destId="{CEACED6E-BCB5-4BA5-8F6C-F7D7468AA5AA}" srcOrd="0" destOrd="0" presId="urn:microsoft.com/office/officeart/2016/7/layout/RepeatingBendingProcessNew"/>
    <dgm:cxn modelId="{BD5A5BA9-5673-4A14-A1AB-64049C6B6CBA}" type="presParOf" srcId="{3BD08C3B-7B7F-4B75-80A4-4D7EED8CA86B}" destId="{3A6A3E98-BB43-4D7D-93ED-FC4C46656D41}" srcOrd="4" destOrd="0" presId="urn:microsoft.com/office/officeart/2016/7/layout/RepeatingBendingProcessNew"/>
    <dgm:cxn modelId="{182E07B3-42AF-40B1-B14E-D6B505813BDE}" type="presParOf" srcId="{3BD08C3B-7B7F-4B75-80A4-4D7EED8CA86B}" destId="{BA953DB7-4FAE-45B7-BD38-D8107BA31758}" srcOrd="5" destOrd="0" presId="urn:microsoft.com/office/officeart/2016/7/layout/RepeatingBendingProcessNew"/>
    <dgm:cxn modelId="{4FBCA3EC-CE69-4E3D-8357-9B8EB0F50C84}" type="presParOf" srcId="{BA953DB7-4FAE-45B7-BD38-D8107BA31758}" destId="{5E546A04-3B4F-4A23-85DA-561C3163308C}" srcOrd="0" destOrd="0" presId="urn:microsoft.com/office/officeart/2016/7/layout/RepeatingBendingProcessNew"/>
    <dgm:cxn modelId="{E55C11F2-60FE-4362-8CE0-E75CE7AA4DC7}" type="presParOf" srcId="{3BD08C3B-7B7F-4B75-80A4-4D7EED8CA86B}" destId="{B6FF5D0C-9E64-45AF-8E5E-1F0C22BDF5FD}" srcOrd="6" destOrd="0" presId="urn:microsoft.com/office/officeart/2016/7/layout/RepeatingBendingProcessNew"/>
    <dgm:cxn modelId="{A9BE6271-598D-47D9-BD07-F16FB30738C5}" type="presParOf" srcId="{3BD08C3B-7B7F-4B75-80A4-4D7EED8CA86B}" destId="{C71FC85D-48FE-4585-BA49-E502EFE4EFF5}" srcOrd="7" destOrd="0" presId="urn:microsoft.com/office/officeart/2016/7/layout/RepeatingBendingProcessNew"/>
    <dgm:cxn modelId="{CC19DEE8-D7C5-406A-B31E-D88C8BF298BE}" type="presParOf" srcId="{C71FC85D-48FE-4585-BA49-E502EFE4EFF5}" destId="{FADB7A25-D975-4607-9DC0-77688FC1E83C}" srcOrd="0" destOrd="0" presId="urn:microsoft.com/office/officeart/2016/7/layout/RepeatingBendingProcessNew"/>
    <dgm:cxn modelId="{C9FC7181-79D8-440A-8D18-27E43973C659}" type="presParOf" srcId="{3BD08C3B-7B7F-4B75-80A4-4D7EED8CA86B}" destId="{6642539C-E20C-4CD4-A735-38D5E2746592}" srcOrd="8" destOrd="0" presId="urn:microsoft.com/office/officeart/2016/7/layout/RepeatingBendingProcessNew"/>
    <dgm:cxn modelId="{FDAFB697-9EAE-4BAB-A8BB-C1F83AC3BC3D}" type="presParOf" srcId="{3BD08C3B-7B7F-4B75-80A4-4D7EED8CA86B}" destId="{A91DB7EB-220C-4AFC-A1ED-D7DF97D561FE}" srcOrd="9" destOrd="0" presId="urn:microsoft.com/office/officeart/2016/7/layout/RepeatingBendingProcessNew"/>
    <dgm:cxn modelId="{19811AD9-3AB7-441C-AE92-41792429CF23}" type="presParOf" srcId="{A91DB7EB-220C-4AFC-A1ED-D7DF97D561FE}" destId="{1A6B7AB3-ADB1-4901-B805-32AE3899A373}" srcOrd="0" destOrd="0" presId="urn:microsoft.com/office/officeart/2016/7/layout/RepeatingBendingProcessNew"/>
    <dgm:cxn modelId="{E01B48BD-5162-4C6F-BDC0-DD9B59A165F5}" type="presParOf" srcId="{3BD08C3B-7B7F-4B75-80A4-4D7EED8CA86B}" destId="{9E16DD13-2287-4B52-A51C-D4DED0D1989B}" srcOrd="10" destOrd="0" presId="urn:microsoft.com/office/officeart/2016/7/layout/RepeatingBendingProcessNew"/>
    <dgm:cxn modelId="{B602B7ED-3F49-459D-904B-0E69DA44001C}" type="presParOf" srcId="{3BD08C3B-7B7F-4B75-80A4-4D7EED8CA86B}" destId="{1ADB7133-9B36-431D-8798-36CD6BEB222F}" srcOrd="11" destOrd="0" presId="urn:microsoft.com/office/officeart/2016/7/layout/RepeatingBendingProcessNew"/>
    <dgm:cxn modelId="{852D5D3F-CB6D-41A2-9733-0FDD4DA13F4F}" type="presParOf" srcId="{1ADB7133-9B36-431D-8798-36CD6BEB222F}" destId="{90A8E1A7-2425-45D5-869A-FC2736EF3997}" srcOrd="0" destOrd="0" presId="urn:microsoft.com/office/officeart/2016/7/layout/RepeatingBendingProcessNew"/>
    <dgm:cxn modelId="{F5181B25-A85D-4C8D-9072-05A736DE09BA}" type="presParOf" srcId="{3BD08C3B-7B7F-4B75-80A4-4D7EED8CA86B}" destId="{C8B51351-2E13-4C24-8717-8599FD379F2A}" srcOrd="12" destOrd="0" presId="urn:microsoft.com/office/officeart/2016/7/layout/RepeatingBendingProcessNew"/>
    <dgm:cxn modelId="{60061272-C154-4FB9-8312-1D3CA926A50E}" type="presParOf" srcId="{3BD08C3B-7B7F-4B75-80A4-4D7EED8CA86B}" destId="{5C6BF370-3CE7-42A4-8605-407A70261FBE}" srcOrd="13" destOrd="0" presId="urn:microsoft.com/office/officeart/2016/7/layout/RepeatingBendingProcessNew"/>
    <dgm:cxn modelId="{C518E167-1DC4-4AA8-8CDE-506181C43374}" type="presParOf" srcId="{5C6BF370-3CE7-42A4-8605-407A70261FBE}" destId="{A6F718A3-ACCD-4D2C-9487-AA0D3B31556C}" srcOrd="0" destOrd="0" presId="urn:microsoft.com/office/officeart/2016/7/layout/RepeatingBendingProcessNew"/>
    <dgm:cxn modelId="{1381204A-B7E4-4B9A-93CB-C2242A256A1E}" type="presParOf" srcId="{3BD08C3B-7B7F-4B75-80A4-4D7EED8CA86B}" destId="{D7C4C440-763F-406E-A0A1-56D286F7E835}" srcOrd="14" destOrd="0" presId="urn:microsoft.com/office/officeart/2016/7/layout/RepeatingBendingProcessNew"/>
    <dgm:cxn modelId="{166946A5-5B30-4303-ADA6-6FCE4D05EA55}" type="presParOf" srcId="{3BD08C3B-7B7F-4B75-80A4-4D7EED8CA86B}" destId="{FE85F390-3FC2-4819-934D-F47C24967753}" srcOrd="15" destOrd="0" presId="urn:microsoft.com/office/officeart/2016/7/layout/RepeatingBendingProcessNew"/>
    <dgm:cxn modelId="{DBC4D039-AFBE-40C6-AEE2-7F1148B6F728}" type="presParOf" srcId="{FE85F390-3FC2-4819-934D-F47C24967753}" destId="{ED92FFA0-5ACD-430D-A5BA-C9D8521BF752}" srcOrd="0" destOrd="0" presId="urn:microsoft.com/office/officeart/2016/7/layout/RepeatingBendingProcessNew"/>
    <dgm:cxn modelId="{9864E1F5-A78A-490B-84BB-DAEE3135A51E}" type="presParOf" srcId="{3BD08C3B-7B7F-4B75-80A4-4D7EED8CA86B}" destId="{E7D0A2CF-D41F-4F94-9279-54FF0037C60B}" srcOrd="16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D06E0F82-7A2B-4597-AC80-F8BA0F2B279A}" type="doc">
      <dgm:prSet loTypeId="urn:microsoft.com/office/officeart/2016/7/layout/RepeatingBendingProcessNew" loCatId="process" qsTypeId="urn:microsoft.com/office/officeart/2005/8/quickstyle/simple5" qsCatId="simple" csTypeId="urn:microsoft.com/office/officeart/2005/8/colors/accent3_2" csCatId="accent3" phldr="1"/>
      <dgm:spPr/>
      <dgm:t>
        <a:bodyPr/>
        <a:lstStyle/>
        <a:p>
          <a:endParaRPr lang="en-US"/>
        </a:p>
      </dgm:t>
    </dgm:pt>
    <dgm:pt modelId="{DEF3441B-865A-4461-B94F-9B5C25D4B130}">
      <dgm:prSet/>
      <dgm:spPr/>
      <dgm:t>
        <a:bodyPr/>
        <a:lstStyle/>
        <a:p>
          <a:r>
            <a:rPr lang="en-US" b="0" i="0" dirty="0"/>
            <a:t>[Start] Student encounters unfamiliar medication during a scenario</a:t>
          </a:r>
          <a:endParaRPr lang="en-US" dirty="0"/>
        </a:p>
      </dgm:t>
    </dgm:pt>
    <dgm:pt modelId="{23E0324E-A761-4DDB-8BAB-CD472A38F4A9}" type="parTrans" cxnId="{B116B5DB-AB89-4229-A818-07ADFCE5E4B3}">
      <dgm:prSet/>
      <dgm:spPr/>
      <dgm:t>
        <a:bodyPr/>
        <a:lstStyle/>
        <a:p>
          <a:endParaRPr lang="en-US"/>
        </a:p>
      </dgm:t>
    </dgm:pt>
    <dgm:pt modelId="{EE3C72FF-5021-4CBD-A90C-D33BDC312EC2}" type="sibTrans" cxnId="{B116B5DB-AB89-4229-A818-07ADFCE5E4B3}">
      <dgm:prSet/>
      <dgm:spPr/>
      <dgm:t>
        <a:bodyPr/>
        <a:lstStyle/>
        <a:p>
          <a:endParaRPr lang="en-US"/>
        </a:p>
      </dgm:t>
    </dgm:pt>
    <dgm:pt modelId="{3AADDD0F-5565-4E64-9B68-4BB51286FF7C}">
      <dgm:prSet/>
      <dgm:spPr/>
      <dgm:t>
        <a:bodyPr/>
        <a:lstStyle/>
        <a:p>
          <a:r>
            <a:rPr lang="en-US" dirty="0"/>
            <a:t>AI-powered search: Student types “epinephrine pediatric dosing”</a:t>
          </a:r>
        </a:p>
      </dgm:t>
    </dgm:pt>
    <dgm:pt modelId="{C02AAC7D-C0F9-4692-B48A-82079DD5B71F}" type="sibTrans" cxnId="{D0AEA529-78DA-4F28-92BC-F1051A88FC8C}">
      <dgm:prSet/>
      <dgm:spPr/>
      <dgm:t>
        <a:bodyPr/>
        <a:lstStyle/>
        <a:p>
          <a:endParaRPr lang="en-US"/>
        </a:p>
      </dgm:t>
    </dgm:pt>
    <dgm:pt modelId="{C826C625-7FD0-49F1-ADA9-55980EFA0D0F}" type="parTrans" cxnId="{D0AEA529-78DA-4F28-92BC-F1051A88FC8C}">
      <dgm:prSet/>
      <dgm:spPr/>
      <dgm:t>
        <a:bodyPr/>
        <a:lstStyle/>
        <a:p>
          <a:endParaRPr lang="en-US"/>
        </a:p>
      </dgm:t>
    </dgm:pt>
    <dgm:pt modelId="{83C9634A-1A68-4A56-8ACB-BDD21549954B}">
      <dgm:prSet/>
      <dgm:spPr/>
      <dgm:t>
        <a:bodyPr/>
        <a:lstStyle/>
        <a:p>
          <a:r>
            <a:rPr lang="en-US" dirty="0"/>
            <a:t>System returns relevant protocol sections with visual aids</a:t>
          </a:r>
        </a:p>
      </dgm:t>
    </dgm:pt>
    <dgm:pt modelId="{3E05E16B-2399-49ED-991D-EE2DF42B612D}" type="sibTrans" cxnId="{32A9A983-8FC2-488E-9F18-411E5AB6569B}">
      <dgm:prSet/>
      <dgm:spPr/>
      <dgm:t>
        <a:bodyPr/>
        <a:lstStyle/>
        <a:p>
          <a:endParaRPr lang="en-US"/>
        </a:p>
      </dgm:t>
    </dgm:pt>
    <dgm:pt modelId="{D5C293CF-87AD-4F43-98A0-6C9002B8BAF7}" type="parTrans" cxnId="{32A9A983-8FC2-488E-9F18-411E5AB6569B}">
      <dgm:prSet/>
      <dgm:spPr/>
      <dgm:t>
        <a:bodyPr/>
        <a:lstStyle/>
        <a:p>
          <a:endParaRPr lang="en-US"/>
        </a:p>
      </dgm:t>
    </dgm:pt>
    <dgm:pt modelId="{F6EBFB7D-30A3-4E17-AE3E-E884DCE6CF0A}">
      <dgm:prSet/>
      <dgm:spPr/>
      <dgm:t>
        <a:bodyPr/>
        <a:lstStyle/>
        <a:p>
          <a:r>
            <a:rPr lang="en-US" dirty="0"/>
            <a:t>Student review information with Ai highlighting key points</a:t>
          </a:r>
        </a:p>
      </dgm:t>
    </dgm:pt>
    <dgm:pt modelId="{A5C06D12-3AE2-44EA-BF30-4AB878CB3DCB}" type="sibTrans" cxnId="{CC031F98-D8CA-43EE-A143-40F4EB5D2584}">
      <dgm:prSet/>
      <dgm:spPr/>
      <dgm:t>
        <a:bodyPr/>
        <a:lstStyle/>
        <a:p>
          <a:endParaRPr lang="en-US"/>
        </a:p>
      </dgm:t>
    </dgm:pt>
    <dgm:pt modelId="{1DD05E4C-6672-45F3-8441-34ED29AF98F2}" type="parTrans" cxnId="{CC031F98-D8CA-43EE-A143-40F4EB5D2584}">
      <dgm:prSet/>
      <dgm:spPr/>
      <dgm:t>
        <a:bodyPr/>
        <a:lstStyle/>
        <a:p>
          <a:endParaRPr lang="en-US"/>
        </a:p>
      </dgm:t>
    </dgm:pt>
    <dgm:pt modelId="{5F8D7285-299A-4180-B3DE-813C8D7F8C09}">
      <dgm:prSet/>
      <dgm:spPr/>
      <dgm:t>
        <a:bodyPr/>
        <a:lstStyle/>
        <a:p>
          <a:r>
            <a:rPr lang="en-US" b="0" i="0" dirty="0"/>
            <a:t>AI asks: “Ready to return to your scenario with this knowledge?”</a:t>
          </a:r>
          <a:endParaRPr lang="en-US" dirty="0"/>
        </a:p>
      </dgm:t>
    </dgm:pt>
    <dgm:pt modelId="{D0BFE09F-C918-4249-B4E4-6DE4A8C5FCFF}" type="sibTrans" cxnId="{8642E16E-0361-4D0B-B7B1-D7391D65B1FA}">
      <dgm:prSet/>
      <dgm:spPr/>
      <dgm:t>
        <a:bodyPr/>
        <a:lstStyle/>
        <a:p>
          <a:endParaRPr lang="en-US"/>
        </a:p>
      </dgm:t>
    </dgm:pt>
    <dgm:pt modelId="{99E25CC7-3165-40AF-9CC3-9B70F79574AA}" type="parTrans" cxnId="{8642E16E-0361-4D0B-B7B1-D7391D65B1FA}">
      <dgm:prSet/>
      <dgm:spPr/>
      <dgm:t>
        <a:bodyPr/>
        <a:lstStyle/>
        <a:p>
          <a:endParaRPr lang="en-US"/>
        </a:p>
      </dgm:t>
    </dgm:pt>
    <dgm:pt modelId="{DAD8A8E8-3D2F-4970-9AB8-F93820FF1E1A}">
      <dgm:prSet/>
      <dgm:spPr/>
      <dgm:t>
        <a:bodyPr/>
        <a:lstStyle/>
        <a:p>
          <a:r>
            <a:rPr lang="en-US" dirty="0"/>
            <a:t>Student resumes scenario with new understanding</a:t>
          </a:r>
        </a:p>
      </dgm:t>
    </dgm:pt>
    <dgm:pt modelId="{85F1B9E5-BDC7-42F5-9DC1-BCD63816FB79}" type="sibTrans" cxnId="{D5EBC3F6-1EA8-4A3F-A585-9E8E761902E9}">
      <dgm:prSet/>
      <dgm:spPr/>
      <dgm:t>
        <a:bodyPr/>
        <a:lstStyle/>
        <a:p>
          <a:endParaRPr lang="en-US"/>
        </a:p>
      </dgm:t>
    </dgm:pt>
    <dgm:pt modelId="{77E3B04A-66E7-415A-BF53-BCE4B3205C5E}" type="parTrans" cxnId="{D5EBC3F6-1EA8-4A3F-A585-9E8E761902E9}">
      <dgm:prSet/>
      <dgm:spPr/>
      <dgm:t>
        <a:bodyPr/>
        <a:lstStyle/>
        <a:p>
          <a:endParaRPr lang="en-US"/>
        </a:p>
      </dgm:t>
    </dgm:pt>
    <dgm:pt modelId="{959DCBB0-495E-41FE-972C-6A305672C222}">
      <dgm:prSet/>
      <dgm:spPr/>
      <dgm:t>
        <a:bodyPr/>
        <a:lstStyle/>
        <a:p>
          <a:r>
            <a:rPr lang="en-US" dirty="0"/>
            <a:t>AI tracks knowledge gap closure for future recommendations</a:t>
          </a:r>
        </a:p>
      </dgm:t>
    </dgm:pt>
    <dgm:pt modelId="{E41D1A69-96E6-426A-823C-A966EEBE7B1B}" type="sibTrans" cxnId="{9B7E538F-2941-418C-9857-B5CE15DFC6C8}">
      <dgm:prSet/>
      <dgm:spPr/>
      <dgm:t>
        <a:bodyPr/>
        <a:lstStyle/>
        <a:p>
          <a:endParaRPr lang="en-US"/>
        </a:p>
      </dgm:t>
    </dgm:pt>
    <dgm:pt modelId="{68FBA4F7-D33A-4589-9392-AF64676C3410}" type="parTrans" cxnId="{9B7E538F-2941-418C-9857-B5CE15DFC6C8}">
      <dgm:prSet/>
      <dgm:spPr/>
      <dgm:t>
        <a:bodyPr/>
        <a:lstStyle/>
        <a:p>
          <a:endParaRPr lang="en-US"/>
        </a:p>
      </dgm:t>
    </dgm:pt>
    <dgm:pt modelId="{C8914D32-E463-4458-A749-FE31A4A8B2D9}">
      <dgm:prSet/>
      <dgm:spPr/>
      <dgm:t>
        <a:bodyPr/>
        <a:lstStyle/>
        <a:p>
          <a:r>
            <a:rPr lang="en-US" dirty="0"/>
            <a:t>Pauses scenario, selects” Reference Library”</a:t>
          </a:r>
        </a:p>
      </dgm:t>
    </dgm:pt>
    <dgm:pt modelId="{7D46BC6F-F9AF-4FD2-83F0-F0A8D613A15B}" type="parTrans" cxnId="{2AD3C6F1-24C7-4998-AD65-D8276A768212}">
      <dgm:prSet/>
      <dgm:spPr/>
    </dgm:pt>
    <dgm:pt modelId="{133EA6B1-9012-4126-AEBB-FE3F69D95B0F}" type="sibTrans" cxnId="{2AD3C6F1-24C7-4998-AD65-D8276A768212}">
      <dgm:prSet/>
      <dgm:spPr/>
      <dgm:t>
        <a:bodyPr/>
        <a:lstStyle/>
        <a:p>
          <a:endParaRPr lang="en-US"/>
        </a:p>
      </dgm:t>
    </dgm:pt>
    <dgm:pt modelId="{3BD08C3B-7B7F-4B75-80A4-4D7EED8CA86B}" type="pres">
      <dgm:prSet presAssocID="{D06E0F82-7A2B-4597-AC80-F8BA0F2B279A}" presName="Name0" presStyleCnt="0">
        <dgm:presLayoutVars>
          <dgm:dir/>
          <dgm:resizeHandles val="exact"/>
        </dgm:presLayoutVars>
      </dgm:prSet>
      <dgm:spPr/>
    </dgm:pt>
    <dgm:pt modelId="{A7A297EA-6A03-47FC-B46E-044FF410E0A5}" type="pres">
      <dgm:prSet presAssocID="{DEF3441B-865A-4461-B94F-9B5C25D4B130}" presName="node" presStyleLbl="node1" presStyleIdx="0" presStyleCnt="8">
        <dgm:presLayoutVars>
          <dgm:bulletEnabled val="1"/>
        </dgm:presLayoutVars>
      </dgm:prSet>
      <dgm:spPr/>
    </dgm:pt>
    <dgm:pt modelId="{21A4883B-AFC8-4854-8592-CE280B0E2DED}" type="pres">
      <dgm:prSet presAssocID="{EE3C72FF-5021-4CBD-A90C-D33BDC312EC2}" presName="sibTrans" presStyleLbl="sibTrans1D1" presStyleIdx="0" presStyleCnt="7"/>
      <dgm:spPr/>
    </dgm:pt>
    <dgm:pt modelId="{9F6E6A74-4AD0-464B-98BA-78225D950DBF}" type="pres">
      <dgm:prSet presAssocID="{EE3C72FF-5021-4CBD-A90C-D33BDC312EC2}" presName="connectorText" presStyleLbl="sibTrans1D1" presStyleIdx="0" presStyleCnt="7"/>
      <dgm:spPr/>
    </dgm:pt>
    <dgm:pt modelId="{9DFBCA04-2E83-4549-9A45-6BB918568D2F}" type="pres">
      <dgm:prSet presAssocID="{C8914D32-E463-4458-A749-FE31A4A8B2D9}" presName="node" presStyleLbl="node1" presStyleIdx="1" presStyleCnt="8">
        <dgm:presLayoutVars>
          <dgm:bulletEnabled val="1"/>
        </dgm:presLayoutVars>
      </dgm:prSet>
      <dgm:spPr/>
    </dgm:pt>
    <dgm:pt modelId="{38A7CBEF-7590-4852-AA04-D2F4B3F87295}" type="pres">
      <dgm:prSet presAssocID="{133EA6B1-9012-4126-AEBB-FE3F69D95B0F}" presName="sibTrans" presStyleLbl="sibTrans1D1" presStyleIdx="1" presStyleCnt="7"/>
      <dgm:spPr/>
    </dgm:pt>
    <dgm:pt modelId="{D0041F80-E8BF-40E0-B9A9-9FFBBC97804E}" type="pres">
      <dgm:prSet presAssocID="{133EA6B1-9012-4126-AEBB-FE3F69D95B0F}" presName="connectorText" presStyleLbl="sibTrans1D1" presStyleIdx="1" presStyleCnt="7"/>
      <dgm:spPr/>
    </dgm:pt>
    <dgm:pt modelId="{3A6A3E98-BB43-4D7D-93ED-FC4C46656D41}" type="pres">
      <dgm:prSet presAssocID="{3AADDD0F-5565-4E64-9B68-4BB51286FF7C}" presName="node" presStyleLbl="node1" presStyleIdx="2" presStyleCnt="8">
        <dgm:presLayoutVars>
          <dgm:bulletEnabled val="1"/>
        </dgm:presLayoutVars>
      </dgm:prSet>
      <dgm:spPr/>
    </dgm:pt>
    <dgm:pt modelId="{BA953DB7-4FAE-45B7-BD38-D8107BA31758}" type="pres">
      <dgm:prSet presAssocID="{C02AAC7D-C0F9-4692-B48A-82079DD5B71F}" presName="sibTrans" presStyleLbl="sibTrans1D1" presStyleIdx="2" presStyleCnt="7"/>
      <dgm:spPr/>
    </dgm:pt>
    <dgm:pt modelId="{5E546A04-3B4F-4A23-85DA-561C3163308C}" type="pres">
      <dgm:prSet presAssocID="{C02AAC7D-C0F9-4692-B48A-82079DD5B71F}" presName="connectorText" presStyleLbl="sibTrans1D1" presStyleIdx="2" presStyleCnt="7"/>
      <dgm:spPr/>
    </dgm:pt>
    <dgm:pt modelId="{B6FF5D0C-9E64-45AF-8E5E-1F0C22BDF5FD}" type="pres">
      <dgm:prSet presAssocID="{83C9634A-1A68-4A56-8ACB-BDD21549954B}" presName="node" presStyleLbl="node1" presStyleIdx="3" presStyleCnt="8">
        <dgm:presLayoutVars>
          <dgm:bulletEnabled val="1"/>
        </dgm:presLayoutVars>
      </dgm:prSet>
      <dgm:spPr/>
    </dgm:pt>
    <dgm:pt modelId="{C71FC85D-48FE-4585-BA49-E502EFE4EFF5}" type="pres">
      <dgm:prSet presAssocID="{3E05E16B-2399-49ED-991D-EE2DF42B612D}" presName="sibTrans" presStyleLbl="sibTrans1D1" presStyleIdx="3" presStyleCnt="7"/>
      <dgm:spPr/>
    </dgm:pt>
    <dgm:pt modelId="{FADB7A25-D975-4607-9DC0-77688FC1E83C}" type="pres">
      <dgm:prSet presAssocID="{3E05E16B-2399-49ED-991D-EE2DF42B612D}" presName="connectorText" presStyleLbl="sibTrans1D1" presStyleIdx="3" presStyleCnt="7"/>
      <dgm:spPr/>
    </dgm:pt>
    <dgm:pt modelId="{6642539C-E20C-4CD4-A735-38D5E2746592}" type="pres">
      <dgm:prSet presAssocID="{F6EBFB7D-30A3-4E17-AE3E-E884DCE6CF0A}" presName="node" presStyleLbl="node1" presStyleIdx="4" presStyleCnt="8">
        <dgm:presLayoutVars>
          <dgm:bulletEnabled val="1"/>
        </dgm:presLayoutVars>
      </dgm:prSet>
      <dgm:spPr/>
    </dgm:pt>
    <dgm:pt modelId="{A91DB7EB-220C-4AFC-A1ED-D7DF97D561FE}" type="pres">
      <dgm:prSet presAssocID="{A5C06D12-3AE2-44EA-BF30-4AB878CB3DCB}" presName="sibTrans" presStyleLbl="sibTrans1D1" presStyleIdx="4" presStyleCnt="7"/>
      <dgm:spPr/>
    </dgm:pt>
    <dgm:pt modelId="{1A6B7AB3-ADB1-4901-B805-32AE3899A373}" type="pres">
      <dgm:prSet presAssocID="{A5C06D12-3AE2-44EA-BF30-4AB878CB3DCB}" presName="connectorText" presStyleLbl="sibTrans1D1" presStyleIdx="4" presStyleCnt="7"/>
      <dgm:spPr/>
    </dgm:pt>
    <dgm:pt modelId="{9E16DD13-2287-4B52-A51C-D4DED0D1989B}" type="pres">
      <dgm:prSet presAssocID="{5F8D7285-299A-4180-B3DE-813C8D7F8C09}" presName="node" presStyleLbl="node1" presStyleIdx="5" presStyleCnt="8">
        <dgm:presLayoutVars>
          <dgm:bulletEnabled val="1"/>
        </dgm:presLayoutVars>
      </dgm:prSet>
      <dgm:spPr/>
    </dgm:pt>
    <dgm:pt modelId="{1ADB7133-9B36-431D-8798-36CD6BEB222F}" type="pres">
      <dgm:prSet presAssocID="{D0BFE09F-C918-4249-B4E4-6DE4A8C5FCFF}" presName="sibTrans" presStyleLbl="sibTrans1D1" presStyleIdx="5" presStyleCnt="7"/>
      <dgm:spPr/>
    </dgm:pt>
    <dgm:pt modelId="{90A8E1A7-2425-45D5-869A-FC2736EF3997}" type="pres">
      <dgm:prSet presAssocID="{D0BFE09F-C918-4249-B4E4-6DE4A8C5FCFF}" presName="connectorText" presStyleLbl="sibTrans1D1" presStyleIdx="5" presStyleCnt="7"/>
      <dgm:spPr/>
    </dgm:pt>
    <dgm:pt modelId="{C8B51351-2E13-4C24-8717-8599FD379F2A}" type="pres">
      <dgm:prSet presAssocID="{DAD8A8E8-3D2F-4970-9AB8-F93820FF1E1A}" presName="node" presStyleLbl="node1" presStyleIdx="6" presStyleCnt="8" custLinFactNeighborX="1275" custLinFactNeighborY="349">
        <dgm:presLayoutVars>
          <dgm:bulletEnabled val="1"/>
        </dgm:presLayoutVars>
      </dgm:prSet>
      <dgm:spPr/>
    </dgm:pt>
    <dgm:pt modelId="{5C6BF370-3CE7-42A4-8605-407A70261FBE}" type="pres">
      <dgm:prSet presAssocID="{85F1B9E5-BDC7-42F5-9DC1-BCD63816FB79}" presName="sibTrans" presStyleLbl="sibTrans1D1" presStyleIdx="6" presStyleCnt="7"/>
      <dgm:spPr/>
    </dgm:pt>
    <dgm:pt modelId="{A6F718A3-ACCD-4D2C-9487-AA0D3B31556C}" type="pres">
      <dgm:prSet presAssocID="{85F1B9E5-BDC7-42F5-9DC1-BCD63816FB79}" presName="connectorText" presStyleLbl="sibTrans1D1" presStyleIdx="6" presStyleCnt="7"/>
      <dgm:spPr/>
    </dgm:pt>
    <dgm:pt modelId="{D7C4C440-763F-406E-A0A1-56D286F7E835}" type="pres">
      <dgm:prSet presAssocID="{959DCBB0-495E-41FE-972C-6A305672C222}" presName="node" presStyleLbl="node1" presStyleIdx="7" presStyleCnt="8">
        <dgm:presLayoutVars>
          <dgm:bulletEnabled val="1"/>
        </dgm:presLayoutVars>
      </dgm:prSet>
      <dgm:spPr/>
    </dgm:pt>
  </dgm:ptLst>
  <dgm:cxnLst>
    <dgm:cxn modelId="{F4554E03-7A77-43D8-BBAE-4407D7E7E517}" type="presOf" srcId="{C02AAC7D-C0F9-4692-B48A-82079DD5B71F}" destId="{BA953DB7-4FAE-45B7-BD38-D8107BA31758}" srcOrd="0" destOrd="0" presId="urn:microsoft.com/office/officeart/2016/7/layout/RepeatingBendingProcessNew"/>
    <dgm:cxn modelId="{B2009519-2CF1-4CBC-A021-FA00BAA932EA}" type="presOf" srcId="{A5C06D12-3AE2-44EA-BF30-4AB878CB3DCB}" destId="{A91DB7EB-220C-4AFC-A1ED-D7DF97D561FE}" srcOrd="0" destOrd="0" presId="urn:microsoft.com/office/officeart/2016/7/layout/RepeatingBendingProcessNew"/>
    <dgm:cxn modelId="{39209A22-1D04-4F65-8AD7-D11A233E80B4}" type="presOf" srcId="{D06E0F82-7A2B-4597-AC80-F8BA0F2B279A}" destId="{3BD08C3B-7B7F-4B75-80A4-4D7EED8CA86B}" srcOrd="0" destOrd="0" presId="urn:microsoft.com/office/officeart/2016/7/layout/RepeatingBendingProcessNew"/>
    <dgm:cxn modelId="{D0AEA529-78DA-4F28-92BC-F1051A88FC8C}" srcId="{D06E0F82-7A2B-4597-AC80-F8BA0F2B279A}" destId="{3AADDD0F-5565-4E64-9B68-4BB51286FF7C}" srcOrd="2" destOrd="0" parTransId="{C826C625-7FD0-49F1-ADA9-55980EFA0D0F}" sibTransId="{C02AAC7D-C0F9-4692-B48A-82079DD5B71F}"/>
    <dgm:cxn modelId="{3ECDDD34-601D-4722-9B87-AD8AE78BD0FB}" type="presOf" srcId="{959DCBB0-495E-41FE-972C-6A305672C222}" destId="{D7C4C440-763F-406E-A0A1-56D286F7E835}" srcOrd="0" destOrd="0" presId="urn:microsoft.com/office/officeart/2016/7/layout/RepeatingBendingProcessNew"/>
    <dgm:cxn modelId="{919C143F-DD80-4C6E-A182-026128F8F2F9}" type="presOf" srcId="{C02AAC7D-C0F9-4692-B48A-82079DD5B71F}" destId="{5E546A04-3B4F-4A23-85DA-561C3163308C}" srcOrd="1" destOrd="0" presId="urn:microsoft.com/office/officeart/2016/7/layout/RepeatingBendingProcessNew"/>
    <dgm:cxn modelId="{A310BC62-B0F1-4F2D-B124-65761D61655D}" type="presOf" srcId="{3AADDD0F-5565-4E64-9B68-4BB51286FF7C}" destId="{3A6A3E98-BB43-4D7D-93ED-FC4C46656D41}" srcOrd="0" destOrd="0" presId="urn:microsoft.com/office/officeart/2016/7/layout/RepeatingBendingProcessNew"/>
    <dgm:cxn modelId="{8642E16E-0361-4D0B-B7B1-D7391D65B1FA}" srcId="{D06E0F82-7A2B-4597-AC80-F8BA0F2B279A}" destId="{5F8D7285-299A-4180-B3DE-813C8D7F8C09}" srcOrd="5" destOrd="0" parTransId="{99E25CC7-3165-40AF-9CC3-9B70F79574AA}" sibTransId="{D0BFE09F-C918-4249-B4E4-6DE4A8C5FCFF}"/>
    <dgm:cxn modelId="{5705AE55-44B6-44E8-939C-1ECA3301DE32}" type="presOf" srcId="{5F8D7285-299A-4180-B3DE-813C8D7F8C09}" destId="{9E16DD13-2287-4B52-A51C-D4DED0D1989B}" srcOrd="0" destOrd="0" presId="urn:microsoft.com/office/officeart/2016/7/layout/RepeatingBendingProcessNew"/>
    <dgm:cxn modelId="{D8B90E7B-4902-48F5-89C7-FA053984592D}" type="presOf" srcId="{DEF3441B-865A-4461-B94F-9B5C25D4B130}" destId="{A7A297EA-6A03-47FC-B46E-044FF410E0A5}" srcOrd="0" destOrd="0" presId="urn:microsoft.com/office/officeart/2016/7/layout/RepeatingBendingProcessNew"/>
    <dgm:cxn modelId="{40399982-DBC8-4B86-9616-7E3187DE1BD5}" type="presOf" srcId="{85F1B9E5-BDC7-42F5-9DC1-BCD63816FB79}" destId="{A6F718A3-ACCD-4D2C-9487-AA0D3B31556C}" srcOrd="1" destOrd="0" presId="urn:microsoft.com/office/officeart/2016/7/layout/RepeatingBendingProcessNew"/>
    <dgm:cxn modelId="{32A9A983-8FC2-488E-9F18-411E5AB6569B}" srcId="{D06E0F82-7A2B-4597-AC80-F8BA0F2B279A}" destId="{83C9634A-1A68-4A56-8ACB-BDD21549954B}" srcOrd="3" destOrd="0" parTransId="{D5C293CF-87AD-4F43-98A0-6C9002B8BAF7}" sibTransId="{3E05E16B-2399-49ED-991D-EE2DF42B612D}"/>
    <dgm:cxn modelId="{7E746586-15FB-45E3-A3D0-6ED663C9E623}" type="presOf" srcId="{C8914D32-E463-4458-A749-FE31A4A8B2D9}" destId="{9DFBCA04-2E83-4549-9A45-6BB918568D2F}" srcOrd="0" destOrd="0" presId="urn:microsoft.com/office/officeart/2016/7/layout/RepeatingBendingProcessNew"/>
    <dgm:cxn modelId="{DB42778D-E8E3-417E-83A4-E3AAD6B2F64D}" type="presOf" srcId="{D0BFE09F-C918-4249-B4E4-6DE4A8C5FCFF}" destId="{90A8E1A7-2425-45D5-869A-FC2736EF3997}" srcOrd="1" destOrd="0" presId="urn:microsoft.com/office/officeart/2016/7/layout/RepeatingBendingProcessNew"/>
    <dgm:cxn modelId="{9B7E538F-2941-418C-9857-B5CE15DFC6C8}" srcId="{D06E0F82-7A2B-4597-AC80-F8BA0F2B279A}" destId="{959DCBB0-495E-41FE-972C-6A305672C222}" srcOrd="7" destOrd="0" parTransId="{68FBA4F7-D33A-4589-9392-AF64676C3410}" sibTransId="{E41D1A69-96E6-426A-823C-A966EEBE7B1B}"/>
    <dgm:cxn modelId="{7C8B1C96-A9F5-4CC3-9459-0A2C7C448D24}" type="presOf" srcId="{3E05E16B-2399-49ED-991D-EE2DF42B612D}" destId="{C71FC85D-48FE-4585-BA49-E502EFE4EFF5}" srcOrd="0" destOrd="0" presId="urn:microsoft.com/office/officeart/2016/7/layout/RepeatingBendingProcessNew"/>
    <dgm:cxn modelId="{05A9BC97-01C6-40AC-B0C7-BBE9B8F134EB}" type="presOf" srcId="{85F1B9E5-BDC7-42F5-9DC1-BCD63816FB79}" destId="{5C6BF370-3CE7-42A4-8605-407A70261FBE}" srcOrd="0" destOrd="0" presId="urn:microsoft.com/office/officeart/2016/7/layout/RepeatingBendingProcessNew"/>
    <dgm:cxn modelId="{CC031F98-D8CA-43EE-A143-40F4EB5D2584}" srcId="{D06E0F82-7A2B-4597-AC80-F8BA0F2B279A}" destId="{F6EBFB7D-30A3-4E17-AE3E-E884DCE6CF0A}" srcOrd="4" destOrd="0" parTransId="{1DD05E4C-6672-45F3-8441-34ED29AF98F2}" sibTransId="{A5C06D12-3AE2-44EA-BF30-4AB878CB3DCB}"/>
    <dgm:cxn modelId="{B87E63A8-E96B-4DE1-816A-335C44D7AC99}" type="presOf" srcId="{EE3C72FF-5021-4CBD-A90C-D33BDC312EC2}" destId="{21A4883B-AFC8-4854-8592-CE280B0E2DED}" srcOrd="0" destOrd="0" presId="urn:microsoft.com/office/officeart/2016/7/layout/RepeatingBendingProcessNew"/>
    <dgm:cxn modelId="{AA0E55AD-0EA3-4C19-A925-0450F721C0D8}" type="presOf" srcId="{83C9634A-1A68-4A56-8ACB-BDD21549954B}" destId="{B6FF5D0C-9E64-45AF-8E5E-1F0C22BDF5FD}" srcOrd="0" destOrd="0" presId="urn:microsoft.com/office/officeart/2016/7/layout/RepeatingBendingProcessNew"/>
    <dgm:cxn modelId="{C6BF42AF-8CF8-4035-9D19-1F1E69F7FB2A}" type="presOf" srcId="{A5C06D12-3AE2-44EA-BF30-4AB878CB3DCB}" destId="{1A6B7AB3-ADB1-4901-B805-32AE3899A373}" srcOrd="1" destOrd="0" presId="urn:microsoft.com/office/officeart/2016/7/layout/RepeatingBendingProcessNew"/>
    <dgm:cxn modelId="{91C0F4BA-0299-4905-A940-A58E82165F4A}" type="presOf" srcId="{DAD8A8E8-3D2F-4970-9AB8-F93820FF1E1A}" destId="{C8B51351-2E13-4C24-8717-8599FD379F2A}" srcOrd="0" destOrd="0" presId="urn:microsoft.com/office/officeart/2016/7/layout/RepeatingBendingProcessNew"/>
    <dgm:cxn modelId="{36F648C4-F0B8-4843-A56D-3CDD048353D2}" type="presOf" srcId="{D0BFE09F-C918-4249-B4E4-6DE4A8C5FCFF}" destId="{1ADB7133-9B36-431D-8798-36CD6BEB222F}" srcOrd="0" destOrd="0" presId="urn:microsoft.com/office/officeart/2016/7/layout/RepeatingBendingProcessNew"/>
    <dgm:cxn modelId="{53CC03D7-1555-4505-A789-7F6B1DC4BA1D}" type="presOf" srcId="{133EA6B1-9012-4126-AEBB-FE3F69D95B0F}" destId="{D0041F80-E8BF-40E0-B9A9-9FFBBC97804E}" srcOrd="1" destOrd="0" presId="urn:microsoft.com/office/officeart/2016/7/layout/RepeatingBendingProcessNew"/>
    <dgm:cxn modelId="{25E90BD8-25EB-4580-A543-B431B7EC48A3}" type="presOf" srcId="{3E05E16B-2399-49ED-991D-EE2DF42B612D}" destId="{FADB7A25-D975-4607-9DC0-77688FC1E83C}" srcOrd="1" destOrd="0" presId="urn:microsoft.com/office/officeart/2016/7/layout/RepeatingBendingProcessNew"/>
    <dgm:cxn modelId="{B116B5DB-AB89-4229-A818-07ADFCE5E4B3}" srcId="{D06E0F82-7A2B-4597-AC80-F8BA0F2B279A}" destId="{DEF3441B-865A-4461-B94F-9B5C25D4B130}" srcOrd="0" destOrd="0" parTransId="{23E0324E-A761-4DDB-8BAB-CD472A38F4A9}" sibTransId="{EE3C72FF-5021-4CBD-A90C-D33BDC312EC2}"/>
    <dgm:cxn modelId="{99886DE7-8AA2-4052-9B7C-9ECD35A2CE34}" type="presOf" srcId="{EE3C72FF-5021-4CBD-A90C-D33BDC312EC2}" destId="{9F6E6A74-4AD0-464B-98BA-78225D950DBF}" srcOrd="1" destOrd="0" presId="urn:microsoft.com/office/officeart/2016/7/layout/RepeatingBendingProcessNew"/>
    <dgm:cxn modelId="{2AD3C6F1-24C7-4998-AD65-D8276A768212}" srcId="{D06E0F82-7A2B-4597-AC80-F8BA0F2B279A}" destId="{C8914D32-E463-4458-A749-FE31A4A8B2D9}" srcOrd="1" destOrd="0" parTransId="{7D46BC6F-F9AF-4FD2-83F0-F0A8D613A15B}" sibTransId="{133EA6B1-9012-4126-AEBB-FE3F69D95B0F}"/>
    <dgm:cxn modelId="{D5EBC3F6-1EA8-4A3F-A585-9E8E761902E9}" srcId="{D06E0F82-7A2B-4597-AC80-F8BA0F2B279A}" destId="{DAD8A8E8-3D2F-4970-9AB8-F93820FF1E1A}" srcOrd="6" destOrd="0" parTransId="{77E3B04A-66E7-415A-BF53-BCE4B3205C5E}" sibTransId="{85F1B9E5-BDC7-42F5-9DC1-BCD63816FB79}"/>
    <dgm:cxn modelId="{ED04F3F6-18A1-4116-9397-6B6E45B71E6A}" type="presOf" srcId="{133EA6B1-9012-4126-AEBB-FE3F69D95B0F}" destId="{38A7CBEF-7590-4852-AA04-D2F4B3F87295}" srcOrd="0" destOrd="0" presId="urn:microsoft.com/office/officeart/2016/7/layout/RepeatingBendingProcessNew"/>
    <dgm:cxn modelId="{344D69FB-8952-4BB2-B8E1-084B5E5D4E01}" type="presOf" srcId="{F6EBFB7D-30A3-4E17-AE3E-E884DCE6CF0A}" destId="{6642539C-E20C-4CD4-A735-38D5E2746592}" srcOrd="0" destOrd="0" presId="urn:microsoft.com/office/officeart/2016/7/layout/RepeatingBendingProcessNew"/>
    <dgm:cxn modelId="{35D029F0-7F80-46DB-96E3-096452ABB8BA}" type="presParOf" srcId="{3BD08C3B-7B7F-4B75-80A4-4D7EED8CA86B}" destId="{A7A297EA-6A03-47FC-B46E-044FF410E0A5}" srcOrd="0" destOrd="0" presId="urn:microsoft.com/office/officeart/2016/7/layout/RepeatingBendingProcessNew"/>
    <dgm:cxn modelId="{6A0892B1-01E1-4995-886A-A497AD7A3432}" type="presParOf" srcId="{3BD08C3B-7B7F-4B75-80A4-4D7EED8CA86B}" destId="{21A4883B-AFC8-4854-8592-CE280B0E2DED}" srcOrd="1" destOrd="0" presId="urn:microsoft.com/office/officeart/2016/7/layout/RepeatingBendingProcessNew"/>
    <dgm:cxn modelId="{A79E9496-86FB-4EDD-86C3-3E88DD4A3275}" type="presParOf" srcId="{21A4883B-AFC8-4854-8592-CE280B0E2DED}" destId="{9F6E6A74-4AD0-464B-98BA-78225D950DBF}" srcOrd="0" destOrd="0" presId="urn:microsoft.com/office/officeart/2016/7/layout/RepeatingBendingProcessNew"/>
    <dgm:cxn modelId="{3A5B11EA-8424-48D1-B7BA-DDCAAA42483E}" type="presParOf" srcId="{3BD08C3B-7B7F-4B75-80A4-4D7EED8CA86B}" destId="{9DFBCA04-2E83-4549-9A45-6BB918568D2F}" srcOrd="2" destOrd="0" presId="urn:microsoft.com/office/officeart/2016/7/layout/RepeatingBendingProcessNew"/>
    <dgm:cxn modelId="{F38BF6B2-F8C5-43F4-9087-D3D2445F3EB7}" type="presParOf" srcId="{3BD08C3B-7B7F-4B75-80A4-4D7EED8CA86B}" destId="{38A7CBEF-7590-4852-AA04-D2F4B3F87295}" srcOrd="3" destOrd="0" presId="urn:microsoft.com/office/officeart/2016/7/layout/RepeatingBendingProcessNew"/>
    <dgm:cxn modelId="{EC0541BC-1D45-473E-B2E8-294410E615E4}" type="presParOf" srcId="{38A7CBEF-7590-4852-AA04-D2F4B3F87295}" destId="{D0041F80-E8BF-40E0-B9A9-9FFBBC97804E}" srcOrd="0" destOrd="0" presId="urn:microsoft.com/office/officeart/2016/7/layout/RepeatingBendingProcessNew"/>
    <dgm:cxn modelId="{BD5A5BA9-5673-4A14-A1AB-64049C6B6CBA}" type="presParOf" srcId="{3BD08C3B-7B7F-4B75-80A4-4D7EED8CA86B}" destId="{3A6A3E98-BB43-4D7D-93ED-FC4C46656D41}" srcOrd="4" destOrd="0" presId="urn:microsoft.com/office/officeart/2016/7/layout/RepeatingBendingProcessNew"/>
    <dgm:cxn modelId="{182E07B3-42AF-40B1-B14E-D6B505813BDE}" type="presParOf" srcId="{3BD08C3B-7B7F-4B75-80A4-4D7EED8CA86B}" destId="{BA953DB7-4FAE-45B7-BD38-D8107BA31758}" srcOrd="5" destOrd="0" presId="urn:microsoft.com/office/officeart/2016/7/layout/RepeatingBendingProcessNew"/>
    <dgm:cxn modelId="{4FBCA3EC-CE69-4E3D-8357-9B8EB0F50C84}" type="presParOf" srcId="{BA953DB7-4FAE-45B7-BD38-D8107BA31758}" destId="{5E546A04-3B4F-4A23-85DA-561C3163308C}" srcOrd="0" destOrd="0" presId="urn:microsoft.com/office/officeart/2016/7/layout/RepeatingBendingProcessNew"/>
    <dgm:cxn modelId="{E55C11F2-60FE-4362-8CE0-E75CE7AA4DC7}" type="presParOf" srcId="{3BD08C3B-7B7F-4B75-80A4-4D7EED8CA86B}" destId="{B6FF5D0C-9E64-45AF-8E5E-1F0C22BDF5FD}" srcOrd="6" destOrd="0" presId="urn:microsoft.com/office/officeart/2016/7/layout/RepeatingBendingProcessNew"/>
    <dgm:cxn modelId="{A9BE6271-598D-47D9-BD07-F16FB30738C5}" type="presParOf" srcId="{3BD08C3B-7B7F-4B75-80A4-4D7EED8CA86B}" destId="{C71FC85D-48FE-4585-BA49-E502EFE4EFF5}" srcOrd="7" destOrd="0" presId="urn:microsoft.com/office/officeart/2016/7/layout/RepeatingBendingProcessNew"/>
    <dgm:cxn modelId="{CC19DEE8-D7C5-406A-B31E-D88C8BF298BE}" type="presParOf" srcId="{C71FC85D-48FE-4585-BA49-E502EFE4EFF5}" destId="{FADB7A25-D975-4607-9DC0-77688FC1E83C}" srcOrd="0" destOrd="0" presId="urn:microsoft.com/office/officeart/2016/7/layout/RepeatingBendingProcessNew"/>
    <dgm:cxn modelId="{C9FC7181-79D8-440A-8D18-27E43973C659}" type="presParOf" srcId="{3BD08C3B-7B7F-4B75-80A4-4D7EED8CA86B}" destId="{6642539C-E20C-4CD4-A735-38D5E2746592}" srcOrd="8" destOrd="0" presId="urn:microsoft.com/office/officeart/2016/7/layout/RepeatingBendingProcessNew"/>
    <dgm:cxn modelId="{FDAFB697-9EAE-4BAB-A8BB-C1F83AC3BC3D}" type="presParOf" srcId="{3BD08C3B-7B7F-4B75-80A4-4D7EED8CA86B}" destId="{A91DB7EB-220C-4AFC-A1ED-D7DF97D561FE}" srcOrd="9" destOrd="0" presId="urn:microsoft.com/office/officeart/2016/7/layout/RepeatingBendingProcessNew"/>
    <dgm:cxn modelId="{19811AD9-3AB7-441C-AE92-41792429CF23}" type="presParOf" srcId="{A91DB7EB-220C-4AFC-A1ED-D7DF97D561FE}" destId="{1A6B7AB3-ADB1-4901-B805-32AE3899A373}" srcOrd="0" destOrd="0" presId="urn:microsoft.com/office/officeart/2016/7/layout/RepeatingBendingProcessNew"/>
    <dgm:cxn modelId="{E01B48BD-5162-4C6F-BDC0-DD9B59A165F5}" type="presParOf" srcId="{3BD08C3B-7B7F-4B75-80A4-4D7EED8CA86B}" destId="{9E16DD13-2287-4B52-A51C-D4DED0D1989B}" srcOrd="10" destOrd="0" presId="urn:microsoft.com/office/officeart/2016/7/layout/RepeatingBendingProcessNew"/>
    <dgm:cxn modelId="{B602B7ED-3F49-459D-904B-0E69DA44001C}" type="presParOf" srcId="{3BD08C3B-7B7F-4B75-80A4-4D7EED8CA86B}" destId="{1ADB7133-9B36-431D-8798-36CD6BEB222F}" srcOrd="11" destOrd="0" presId="urn:microsoft.com/office/officeart/2016/7/layout/RepeatingBendingProcessNew"/>
    <dgm:cxn modelId="{852D5D3F-CB6D-41A2-9733-0FDD4DA13F4F}" type="presParOf" srcId="{1ADB7133-9B36-431D-8798-36CD6BEB222F}" destId="{90A8E1A7-2425-45D5-869A-FC2736EF3997}" srcOrd="0" destOrd="0" presId="urn:microsoft.com/office/officeart/2016/7/layout/RepeatingBendingProcessNew"/>
    <dgm:cxn modelId="{F5181B25-A85D-4C8D-9072-05A736DE09BA}" type="presParOf" srcId="{3BD08C3B-7B7F-4B75-80A4-4D7EED8CA86B}" destId="{C8B51351-2E13-4C24-8717-8599FD379F2A}" srcOrd="12" destOrd="0" presId="urn:microsoft.com/office/officeart/2016/7/layout/RepeatingBendingProcessNew"/>
    <dgm:cxn modelId="{60061272-C154-4FB9-8312-1D3CA926A50E}" type="presParOf" srcId="{3BD08C3B-7B7F-4B75-80A4-4D7EED8CA86B}" destId="{5C6BF370-3CE7-42A4-8605-407A70261FBE}" srcOrd="13" destOrd="0" presId="urn:microsoft.com/office/officeart/2016/7/layout/RepeatingBendingProcessNew"/>
    <dgm:cxn modelId="{C518E167-1DC4-4AA8-8CDE-506181C43374}" type="presParOf" srcId="{5C6BF370-3CE7-42A4-8605-407A70261FBE}" destId="{A6F718A3-ACCD-4D2C-9487-AA0D3B31556C}" srcOrd="0" destOrd="0" presId="urn:microsoft.com/office/officeart/2016/7/layout/RepeatingBendingProcessNew"/>
    <dgm:cxn modelId="{1381204A-B7E4-4B9A-93CB-C2242A256A1E}" type="presParOf" srcId="{3BD08C3B-7B7F-4B75-80A4-4D7EED8CA86B}" destId="{D7C4C440-763F-406E-A0A1-56D286F7E835}" srcOrd="14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D06E0F82-7A2B-4597-AC80-F8BA0F2B279A}" type="doc">
      <dgm:prSet loTypeId="urn:microsoft.com/office/officeart/2016/7/layout/RepeatingBendingProcessNew" loCatId="process" qsTypeId="urn:microsoft.com/office/officeart/2005/8/quickstyle/simple5" qsCatId="simple" csTypeId="urn:microsoft.com/office/officeart/2005/8/colors/accent3_2" csCatId="accent3" phldr="1"/>
      <dgm:spPr/>
      <dgm:t>
        <a:bodyPr/>
        <a:lstStyle/>
        <a:p>
          <a:endParaRPr lang="en-US"/>
        </a:p>
      </dgm:t>
    </dgm:pt>
    <dgm:pt modelId="{DEF3441B-865A-4461-B94F-9B5C25D4B130}">
      <dgm:prSet/>
      <dgm:spPr/>
      <dgm:t>
        <a:bodyPr/>
        <a:lstStyle/>
        <a:p>
          <a:r>
            <a:rPr lang="en-US" b="0" i="0" dirty="0"/>
            <a:t>[Start] AI recommends “Advanced Trauma Scenarios” based on performance</a:t>
          </a:r>
          <a:endParaRPr lang="en-US" dirty="0"/>
        </a:p>
      </dgm:t>
    </dgm:pt>
    <dgm:pt modelId="{23E0324E-A761-4DDB-8BAB-CD472A38F4A9}" type="parTrans" cxnId="{B116B5DB-AB89-4229-A818-07ADFCE5E4B3}">
      <dgm:prSet/>
      <dgm:spPr/>
      <dgm:t>
        <a:bodyPr/>
        <a:lstStyle/>
        <a:p>
          <a:endParaRPr lang="en-US"/>
        </a:p>
      </dgm:t>
    </dgm:pt>
    <dgm:pt modelId="{EE3C72FF-5021-4CBD-A90C-D33BDC312EC2}" type="sibTrans" cxnId="{B116B5DB-AB89-4229-A818-07ADFCE5E4B3}">
      <dgm:prSet/>
      <dgm:spPr/>
      <dgm:t>
        <a:bodyPr/>
        <a:lstStyle/>
        <a:p>
          <a:endParaRPr lang="en-US"/>
        </a:p>
      </dgm:t>
    </dgm:pt>
    <dgm:pt modelId="{83C9634A-1A68-4A56-8ACB-BDD21549954B}">
      <dgm:prSet/>
      <dgm:spPr/>
      <dgm:t>
        <a:bodyPr/>
        <a:lstStyle/>
        <a:p>
          <a:pPr algn="l"/>
          <a:r>
            <a:rPr lang="en-US" dirty="0"/>
            <a:t>User Control Panel appears with options:  </a:t>
          </a:r>
        </a:p>
        <a:p>
          <a:pPr algn="l"/>
          <a:endParaRPr lang="en-US" dirty="0"/>
        </a:p>
        <a:p>
          <a:pPr algn="l"/>
          <a:r>
            <a:rPr lang="en-US" dirty="0"/>
            <a:t>-Adjust difficulty level   </a:t>
          </a:r>
        </a:p>
        <a:p>
          <a:pPr algn="l"/>
          <a:r>
            <a:rPr lang="en-US" dirty="0"/>
            <a:t>-Change scenario type   </a:t>
          </a:r>
        </a:p>
        <a:p>
          <a:pPr algn="l"/>
          <a:r>
            <a:rPr lang="en-US" dirty="0"/>
            <a:t>-Set time preferences   </a:t>
          </a:r>
        </a:p>
        <a:p>
          <a:pPr algn="l"/>
          <a:r>
            <a:rPr lang="en-US" dirty="0"/>
            <a:t>-Request confidence-building focus</a:t>
          </a:r>
        </a:p>
      </dgm:t>
    </dgm:pt>
    <dgm:pt modelId="{3E05E16B-2399-49ED-991D-EE2DF42B612D}" type="sibTrans" cxnId="{32A9A983-8FC2-488E-9F18-411E5AB6569B}">
      <dgm:prSet/>
      <dgm:spPr/>
      <dgm:t>
        <a:bodyPr/>
        <a:lstStyle/>
        <a:p>
          <a:endParaRPr lang="en-US"/>
        </a:p>
      </dgm:t>
    </dgm:pt>
    <dgm:pt modelId="{D5C293CF-87AD-4F43-98A0-6C9002B8BAF7}" type="parTrans" cxnId="{32A9A983-8FC2-488E-9F18-411E5AB6569B}">
      <dgm:prSet/>
      <dgm:spPr/>
      <dgm:t>
        <a:bodyPr/>
        <a:lstStyle/>
        <a:p>
          <a:endParaRPr lang="en-US"/>
        </a:p>
      </dgm:t>
    </dgm:pt>
    <dgm:pt modelId="{F6EBFB7D-30A3-4E17-AE3E-E884DCE6CF0A}">
      <dgm:prSet/>
      <dgm:spPr/>
      <dgm:t>
        <a:bodyPr/>
        <a:lstStyle/>
        <a:p>
          <a:r>
            <a:rPr lang="en-US" dirty="0"/>
            <a:t>AI acknowledges: “I’ve updated your recommendation, Building confidence first is smart.”</a:t>
          </a:r>
        </a:p>
      </dgm:t>
    </dgm:pt>
    <dgm:pt modelId="{A5C06D12-3AE2-44EA-BF30-4AB878CB3DCB}" type="sibTrans" cxnId="{CC031F98-D8CA-43EE-A143-40F4EB5D2584}">
      <dgm:prSet/>
      <dgm:spPr/>
      <dgm:t>
        <a:bodyPr/>
        <a:lstStyle/>
        <a:p>
          <a:endParaRPr lang="en-US"/>
        </a:p>
      </dgm:t>
    </dgm:pt>
    <dgm:pt modelId="{1DD05E4C-6672-45F3-8441-34ED29AF98F2}" type="parTrans" cxnId="{CC031F98-D8CA-43EE-A143-40F4EB5D2584}">
      <dgm:prSet/>
      <dgm:spPr/>
      <dgm:t>
        <a:bodyPr/>
        <a:lstStyle/>
        <a:p>
          <a:endParaRPr lang="en-US"/>
        </a:p>
      </dgm:t>
    </dgm:pt>
    <dgm:pt modelId="{5F8D7285-299A-4180-B3DE-813C8D7F8C09}">
      <dgm:prSet/>
      <dgm:spPr/>
      <dgm:t>
        <a:bodyPr/>
        <a:lstStyle/>
        <a:p>
          <a:r>
            <a:rPr lang="en-US" b="0" i="0" dirty="0"/>
            <a:t>Modified scenario generated matching student preference</a:t>
          </a:r>
          <a:endParaRPr lang="en-US" dirty="0"/>
        </a:p>
      </dgm:t>
    </dgm:pt>
    <dgm:pt modelId="{D0BFE09F-C918-4249-B4E4-6DE4A8C5FCFF}" type="sibTrans" cxnId="{8642E16E-0361-4D0B-B7B1-D7391D65B1FA}">
      <dgm:prSet/>
      <dgm:spPr/>
      <dgm:t>
        <a:bodyPr/>
        <a:lstStyle/>
        <a:p>
          <a:endParaRPr lang="en-US"/>
        </a:p>
      </dgm:t>
    </dgm:pt>
    <dgm:pt modelId="{99E25CC7-3165-40AF-9CC3-9B70F79574AA}" type="parTrans" cxnId="{8642E16E-0361-4D0B-B7B1-D7391D65B1FA}">
      <dgm:prSet/>
      <dgm:spPr/>
      <dgm:t>
        <a:bodyPr/>
        <a:lstStyle/>
        <a:p>
          <a:endParaRPr lang="en-US"/>
        </a:p>
      </dgm:t>
    </dgm:pt>
    <dgm:pt modelId="{DAD8A8E8-3D2F-4970-9AB8-F93820FF1E1A}">
      <dgm:prSet/>
      <dgm:spPr/>
      <dgm:t>
        <a:bodyPr/>
        <a:lstStyle/>
        <a:p>
          <a:r>
            <a:rPr lang="en-US" dirty="0"/>
            <a:t>System learn from user feedback for future recommendations</a:t>
          </a:r>
        </a:p>
      </dgm:t>
    </dgm:pt>
    <dgm:pt modelId="{85F1B9E5-BDC7-42F5-9DC1-BCD63816FB79}" type="sibTrans" cxnId="{D5EBC3F6-1EA8-4A3F-A585-9E8E761902E9}">
      <dgm:prSet/>
      <dgm:spPr/>
      <dgm:t>
        <a:bodyPr/>
        <a:lstStyle/>
        <a:p>
          <a:endParaRPr lang="en-US"/>
        </a:p>
      </dgm:t>
    </dgm:pt>
    <dgm:pt modelId="{77E3B04A-66E7-415A-BF53-BCE4B3205C5E}" type="parTrans" cxnId="{D5EBC3F6-1EA8-4A3F-A585-9E8E761902E9}">
      <dgm:prSet/>
      <dgm:spPr/>
      <dgm:t>
        <a:bodyPr/>
        <a:lstStyle/>
        <a:p>
          <a:endParaRPr lang="en-US"/>
        </a:p>
      </dgm:t>
    </dgm:pt>
    <dgm:pt modelId="{C8914D32-E463-4458-A749-FE31A4A8B2D9}">
      <dgm:prSet/>
      <dgm:spPr/>
      <dgm:t>
        <a:bodyPr/>
        <a:lstStyle/>
        <a:p>
          <a:r>
            <a:rPr lang="en-US" dirty="0"/>
            <a:t>Student feels overwhelmed, selects “Modify Recommendations”</a:t>
          </a:r>
        </a:p>
      </dgm:t>
    </dgm:pt>
    <dgm:pt modelId="{7D46BC6F-F9AF-4FD2-83F0-F0A8D613A15B}" type="parTrans" cxnId="{2AD3C6F1-24C7-4998-AD65-D8276A768212}">
      <dgm:prSet/>
      <dgm:spPr/>
      <dgm:t>
        <a:bodyPr/>
        <a:lstStyle/>
        <a:p>
          <a:endParaRPr lang="en-US"/>
        </a:p>
      </dgm:t>
    </dgm:pt>
    <dgm:pt modelId="{133EA6B1-9012-4126-AEBB-FE3F69D95B0F}" type="sibTrans" cxnId="{2AD3C6F1-24C7-4998-AD65-D8276A768212}">
      <dgm:prSet/>
      <dgm:spPr/>
      <dgm:t>
        <a:bodyPr/>
        <a:lstStyle/>
        <a:p>
          <a:endParaRPr lang="en-US"/>
        </a:p>
      </dgm:t>
    </dgm:pt>
    <dgm:pt modelId="{12147C9E-BA4E-436D-9765-2F3AA797B160}">
      <dgm:prSet/>
      <dgm:spPr/>
      <dgm:t>
        <a:bodyPr/>
        <a:lstStyle/>
        <a:p>
          <a:pPr algn="l"/>
          <a:r>
            <a:rPr lang="en-US" dirty="0"/>
            <a:t>Student adjusts to “Intermediate Single-Patient scenarios”</a:t>
          </a:r>
        </a:p>
      </dgm:t>
    </dgm:pt>
    <dgm:pt modelId="{E93A7716-375E-416B-95EB-54FE64912220}" type="parTrans" cxnId="{50C008C4-EBFD-4D45-B844-C8FACEB69CDA}">
      <dgm:prSet/>
      <dgm:spPr/>
      <dgm:t>
        <a:bodyPr/>
        <a:lstStyle/>
        <a:p>
          <a:endParaRPr lang="en-US"/>
        </a:p>
      </dgm:t>
    </dgm:pt>
    <dgm:pt modelId="{B9C10358-0B69-4A49-8D41-2EDC531215CE}" type="sibTrans" cxnId="{50C008C4-EBFD-4D45-B844-C8FACEB69CDA}">
      <dgm:prSet/>
      <dgm:spPr/>
      <dgm:t>
        <a:bodyPr/>
        <a:lstStyle/>
        <a:p>
          <a:endParaRPr lang="en-US"/>
        </a:p>
      </dgm:t>
    </dgm:pt>
    <dgm:pt modelId="{3BD08C3B-7B7F-4B75-80A4-4D7EED8CA86B}" type="pres">
      <dgm:prSet presAssocID="{D06E0F82-7A2B-4597-AC80-F8BA0F2B279A}" presName="Name0" presStyleCnt="0">
        <dgm:presLayoutVars>
          <dgm:dir/>
          <dgm:resizeHandles val="exact"/>
        </dgm:presLayoutVars>
      </dgm:prSet>
      <dgm:spPr/>
    </dgm:pt>
    <dgm:pt modelId="{A7A297EA-6A03-47FC-B46E-044FF410E0A5}" type="pres">
      <dgm:prSet presAssocID="{DEF3441B-865A-4461-B94F-9B5C25D4B130}" presName="node" presStyleLbl="node1" presStyleIdx="0" presStyleCnt="7">
        <dgm:presLayoutVars>
          <dgm:bulletEnabled val="1"/>
        </dgm:presLayoutVars>
      </dgm:prSet>
      <dgm:spPr/>
    </dgm:pt>
    <dgm:pt modelId="{21A4883B-AFC8-4854-8592-CE280B0E2DED}" type="pres">
      <dgm:prSet presAssocID="{EE3C72FF-5021-4CBD-A90C-D33BDC312EC2}" presName="sibTrans" presStyleLbl="sibTrans1D1" presStyleIdx="0" presStyleCnt="6"/>
      <dgm:spPr/>
    </dgm:pt>
    <dgm:pt modelId="{9F6E6A74-4AD0-464B-98BA-78225D950DBF}" type="pres">
      <dgm:prSet presAssocID="{EE3C72FF-5021-4CBD-A90C-D33BDC312EC2}" presName="connectorText" presStyleLbl="sibTrans1D1" presStyleIdx="0" presStyleCnt="6"/>
      <dgm:spPr/>
    </dgm:pt>
    <dgm:pt modelId="{9DFBCA04-2E83-4549-9A45-6BB918568D2F}" type="pres">
      <dgm:prSet presAssocID="{C8914D32-E463-4458-A749-FE31A4A8B2D9}" presName="node" presStyleLbl="node1" presStyleIdx="1" presStyleCnt="7">
        <dgm:presLayoutVars>
          <dgm:bulletEnabled val="1"/>
        </dgm:presLayoutVars>
      </dgm:prSet>
      <dgm:spPr/>
    </dgm:pt>
    <dgm:pt modelId="{38A7CBEF-7590-4852-AA04-D2F4B3F87295}" type="pres">
      <dgm:prSet presAssocID="{133EA6B1-9012-4126-AEBB-FE3F69D95B0F}" presName="sibTrans" presStyleLbl="sibTrans1D1" presStyleIdx="1" presStyleCnt="6"/>
      <dgm:spPr/>
    </dgm:pt>
    <dgm:pt modelId="{D0041F80-E8BF-40E0-B9A9-9FFBBC97804E}" type="pres">
      <dgm:prSet presAssocID="{133EA6B1-9012-4126-AEBB-FE3F69D95B0F}" presName="connectorText" presStyleLbl="sibTrans1D1" presStyleIdx="1" presStyleCnt="6"/>
      <dgm:spPr/>
    </dgm:pt>
    <dgm:pt modelId="{B6FF5D0C-9E64-45AF-8E5E-1F0C22BDF5FD}" type="pres">
      <dgm:prSet presAssocID="{83C9634A-1A68-4A56-8ACB-BDD21549954B}" presName="node" presStyleLbl="node1" presStyleIdx="2" presStyleCnt="7" custScaleX="122144" custScaleY="130269">
        <dgm:presLayoutVars>
          <dgm:bulletEnabled val="1"/>
        </dgm:presLayoutVars>
      </dgm:prSet>
      <dgm:spPr/>
    </dgm:pt>
    <dgm:pt modelId="{C71FC85D-48FE-4585-BA49-E502EFE4EFF5}" type="pres">
      <dgm:prSet presAssocID="{3E05E16B-2399-49ED-991D-EE2DF42B612D}" presName="sibTrans" presStyleLbl="sibTrans1D1" presStyleIdx="2" presStyleCnt="6"/>
      <dgm:spPr/>
    </dgm:pt>
    <dgm:pt modelId="{FADB7A25-D975-4607-9DC0-77688FC1E83C}" type="pres">
      <dgm:prSet presAssocID="{3E05E16B-2399-49ED-991D-EE2DF42B612D}" presName="connectorText" presStyleLbl="sibTrans1D1" presStyleIdx="2" presStyleCnt="6"/>
      <dgm:spPr/>
    </dgm:pt>
    <dgm:pt modelId="{605B6733-59EE-4656-B424-1DD73DAC08E2}" type="pres">
      <dgm:prSet presAssocID="{12147C9E-BA4E-436D-9765-2F3AA797B160}" presName="node" presStyleLbl="node1" presStyleIdx="3" presStyleCnt="7">
        <dgm:presLayoutVars>
          <dgm:bulletEnabled val="1"/>
        </dgm:presLayoutVars>
      </dgm:prSet>
      <dgm:spPr/>
    </dgm:pt>
    <dgm:pt modelId="{4750066E-95F8-4773-A41D-0227689A2062}" type="pres">
      <dgm:prSet presAssocID="{B9C10358-0B69-4A49-8D41-2EDC531215CE}" presName="sibTrans" presStyleLbl="sibTrans1D1" presStyleIdx="3" presStyleCnt="6"/>
      <dgm:spPr/>
    </dgm:pt>
    <dgm:pt modelId="{3844A4B6-DB5C-4D5E-9A64-41E5EAC954B8}" type="pres">
      <dgm:prSet presAssocID="{B9C10358-0B69-4A49-8D41-2EDC531215CE}" presName="connectorText" presStyleLbl="sibTrans1D1" presStyleIdx="3" presStyleCnt="6"/>
      <dgm:spPr/>
    </dgm:pt>
    <dgm:pt modelId="{6642539C-E20C-4CD4-A735-38D5E2746592}" type="pres">
      <dgm:prSet presAssocID="{F6EBFB7D-30A3-4E17-AE3E-E884DCE6CF0A}" presName="node" presStyleLbl="node1" presStyleIdx="4" presStyleCnt="7">
        <dgm:presLayoutVars>
          <dgm:bulletEnabled val="1"/>
        </dgm:presLayoutVars>
      </dgm:prSet>
      <dgm:spPr/>
    </dgm:pt>
    <dgm:pt modelId="{A91DB7EB-220C-4AFC-A1ED-D7DF97D561FE}" type="pres">
      <dgm:prSet presAssocID="{A5C06D12-3AE2-44EA-BF30-4AB878CB3DCB}" presName="sibTrans" presStyleLbl="sibTrans1D1" presStyleIdx="4" presStyleCnt="6"/>
      <dgm:spPr/>
    </dgm:pt>
    <dgm:pt modelId="{1A6B7AB3-ADB1-4901-B805-32AE3899A373}" type="pres">
      <dgm:prSet presAssocID="{A5C06D12-3AE2-44EA-BF30-4AB878CB3DCB}" presName="connectorText" presStyleLbl="sibTrans1D1" presStyleIdx="4" presStyleCnt="6"/>
      <dgm:spPr/>
    </dgm:pt>
    <dgm:pt modelId="{9E16DD13-2287-4B52-A51C-D4DED0D1989B}" type="pres">
      <dgm:prSet presAssocID="{5F8D7285-299A-4180-B3DE-813C8D7F8C09}" presName="node" presStyleLbl="node1" presStyleIdx="5" presStyleCnt="7">
        <dgm:presLayoutVars>
          <dgm:bulletEnabled val="1"/>
        </dgm:presLayoutVars>
      </dgm:prSet>
      <dgm:spPr/>
    </dgm:pt>
    <dgm:pt modelId="{1ADB7133-9B36-431D-8798-36CD6BEB222F}" type="pres">
      <dgm:prSet presAssocID="{D0BFE09F-C918-4249-B4E4-6DE4A8C5FCFF}" presName="sibTrans" presStyleLbl="sibTrans1D1" presStyleIdx="5" presStyleCnt="6"/>
      <dgm:spPr/>
    </dgm:pt>
    <dgm:pt modelId="{90A8E1A7-2425-45D5-869A-FC2736EF3997}" type="pres">
      <dgm:prSet presAssocID="{D0BFE09F-C918-4249-B4E4-6DE4A8C5FCFF}" presName="connectorText" presStyleLbl="sibTrans1D1" presStyleIdx="5" presStyleCnt="6"/>
      <dgm:spPr/>
    </dgm:pt>
    <dgm:pt modelId="{C8B51351-2E13-4C24-8717-8599FD379F2A}" type="pres">
      <dgm:prSet presAssocID="{DAD8A8E8-3D2F-4970-9AB8-F93820FF1E1A}" presName="node" presStyleLbl="node1" presStyleIdx="6" presStyleCnt="7" custLinFactNeighborX="1275" custLinFactNeighborY="349">
        <dgm:presLayoutVars>
          <dgm:bulletEnabled val="1"/>
        </dgm:presLayoutVars>
      </dgm:prSet>
      <dgm:spPr/>
    </dgm:pt>
  </dgm:ptLst>
  <dgm:cxnLst>
    <dgm:cxn modelId="{B2009519-2CF1-4CBC-A021-FA00BAA932EA}" type="presOf" srcId="{A5C06D12-3AE2-44EA-BF30-4AB878CB3DCB}" destId="{A91DB7EB-220C-4AFC-A1ED-D7DF97D561FE}" srcOrd="0" destOrd="0" presId="urn:microsoft.com/office/officeart/2016/7/layout/RepeatingBendingProcessNew"/>
    <dgm:cxn modelId="{39209A22-1D04-4F65-8AD7-D11A233E80B4}" type="presOf" srcId="{D06E0F82-7A2B-4597-AC80-F8BA0F2B279A}" destId="{3BD08C3B-7B7F-4B75-80A4-4D7EED8CA86B}" srcOrd="0" destOrd="0" presId="urn:microsoft.com/office/officeart/2016/7/layout/RepeatingBendingProcessNew"/>
    <dgm:cxn modelId="{7A4FBB44-EF34-418A-B0C3-22F19B1D793E}" type="presOf" srcId="{12147C9E-BA4E-436D-9765-2F3AA797B160}" destId="{605B6733-59EE-4656-B424-1DD73DAC08E2}" srcOrd="0" destOrd="0" presId="urn:microsoft.com/office/officeart/2016/7/layout/RepeatingBendingProcessNew"/>
    <dgm:cxn modelId="{8642E16E-0361-4D0B-B7B1-D7391D65B1FA}" srcId="{D06E0F82-7A2B-4597-AC80-F8BA0F2B279A}" destId="{5F8D7285-299A-4180-B3DE-813C8D7F8C09}" srcOrd="5" destOrd="0" parTransId="{99E25CC7-3165-40AF-9CC3-9B70F79574AA}" sibTransId="{D0BFE09F-C918-4249-B4E4-6DE4A8C5FCFF}"/>
    <dgm:cxn modelId="{5705AE55-44B6-44E8-939C-1ECA3301DE32}" type="presOf" srcId="{5F8D7285-299A-4180-B3DE-813C8D7F8C09}" destId="{9E16DD13-2287-4B52-A51C-D4DED0D1989B}" srcOrd="0" destOrd="0" presId="urn:microsoft.com/office/officeart/2016/7/layout/RepeatingBendingProcessNew"/>
    <dgm:cxn modelId="{D8B90E7B-4902-48F5-89C7-FA053984592D}" type="presOf" srcId="{DEF3441B-865A-4461-B94F-9B5C25D4B130}" destId="{A7A297EA-6A03-47FC-B46E-044FF410E0A5}" srcOrd="0" destOrd="0" presId="urn:microsoft.com/office/officeart/2016/7/layout/RepeatingBendingProcessNew"/>
    <dgm:cxn modelId="{6578767D-650C-48D8-9AA6-2B607B33DF61}" type="presOf" srcId="{B9C10358-0B69-4A49-8D41-2EDC531215CE}" destId="{3844A4B6-DB5C-4D5E-9A64-41E5EAC954B8}" srcOrd="1" destOrd="0" presId="urn:microsoft.com/office/officeart/2016/7/layout/RepeatingBendingProcessNew"/>
    <dgm:cxn modelId="{32A9A983-8FC2-488E-9F18-411E5AB6569B}" srcId="{D06E0F82-7A2B-4597-AC80-F8BA0F2B279A}" destId="{83C9634A-1A68-4A56-8ACB-BDD21549954B}" srcOrd="2" destOrd="0" parTransId="{D5C293CF-87AD-4F43-98A0-6C9002B8BAF7}" sibTransId="{3E05E16B-2399-49ED-991D-EE2DF42B612D}"/>
    <dgm:cxn modelId="{7E746586-15FB-45E3-A3D0-6ED663C9E623}" type="presOf" srcId="{C8914D32-E463-4458-A749-FE31A4A8B2D9}" destId="{9DFBCA04-2E83-4549-9A45-6BB918568D2F}" srcOrd="0" destOrd="0" presId="urn:microsoft.com/office/officeart/2016/7/layout/RepeatingBendingProcessNew"/>
    <dgm:cxn modelId="{DB42778D-E8E3-417E-83A4-E3AAD6B2F64D}" type="presOf" srcId="{D0BFE09F-C918-4249-B4E4-6DE4A8C5FCFF}" destId="{90A8E1A7-2425-45D5-869A-FC2736EF3997}" srcOrd="1" destOrd="0" presId="urn:microsoft.com/office/officeart/2016/7/layout/RepeatingBendingProcessNew"/>
    <dgm:cxn modelId="{7C8B1C96-A9F5-4CC3-9459-0A2C7C448D24}" type="presOf" srcId="{3E05E16B-2399-49ED-991D-EE2DF42B612D}" destId="{C71FC85D-48FE-4585-BA49-E502EFE4EFF5}" srcOrd="0" destOrd="0" presId="urn:microsoft.com/office/officeart/2016/7/layout/RepeatingBendingProcessNew"/>
    <dgm:cxn modelId="{CC031F98-D8CA-43EE-A143-40F4EB5D2584}" srcId="{D06E0F82-7A2B-4597-AC80-F8BA0F2B279A}" destId="{F6EBFB7D-30A3-4E17-AE3E-E884DCE6CF0A}" srcOrd="4" destOrd="0" parTransId="{1DD05E4C-6672-45F3-8441-34ED29AF98F2}" sibTransId="{A5C06D12-3AE2-44EA-BF30-4AB878CB3DCB}"/>
    <dgm:cxn modelId="{B87E63A8-E96B-4DE1-816A-335C44D7AC99}" type="presOf" srcId="{EE3C72FF-5021-4CBD-A90C-D33BDC312EC2}" destId="{21A4883B-AFC8-4854-8592-CE280B0E2DED}" srcOrd="0" destOrd="0" presId="urn:microsoft.com/office/officeart/2016/7/layout/RepeatingBendingProcessNew"/>
    <dgm:cxn modelId="{AA0E55AD-0EA3-4C19-A925-0450F721C0D8}" type="presOf" srcId="{83C9634A-1A68-4A56-8ACB-BDD21549954B}" destId="{B6FF5D0C-9E64-45AF-8E5E-1F0C22BDF5FD}" srcOrd="0" destOrd="0" presId="urn:microsoft.com/office/officeart/2016/7/layout/RepeatingBendingProcessNew"/>
    <dgm:cxn modelId="{C6BF42AF-8CF8-4035-9D19-1F1E69F7FB2A}" type="presOf" srcId="{A5C06D12-3AE2-44EA-BF30-4AB878CB3DCB}" destId="{1A6B7AB3-ADB1-4901-B805-32AE3899A373}" srcOrd="1" destOrd="0" presId="urn:microsoft.com/office/officeart/2016/7/layout/RepeatingBendingProcessNew"/>
    <dgm:cxn modelId="{91C0F4BA-0299-4905-A940-A58E82165F4A}" type="presOf" srcId="{DAD8A8E8-3D2F-4970-9AB8-F93820FF1E1A}" destId="{C8B51351-2E13-4C24-8717-8599FD379F2A}" srcOrd="0" destOrd="0" presId="urn:microsoft.com/office/officeart/2016/7/layout/RepeatingBendingProcessNew"/>
    <dgm:cxn modelId="{DA31DCC0-F7B2-48A0-BE06-8D918F2A6E66}" type="presOf" srcId="{B9C10358-0B69-4A49-8D41-2EDC531215CE}" destId="{4750066E-95F8-4773-A41D-0227689A2062}" srcOrd="0" destOrd="0" presId="urn:microsoft.com/office/officeart/2016/7/layout/RepeatingBendingProcessNew"/>
    <dgm:cxn modelId="{50C008C4-EBFD-4D45-B844-C8FACEB69CDA}" srcId="{D06E0F82-7A2B-4597-AC80-F8BA0F2B279A}" destId="{12147C9E-BA4E-436D-9765-2F3AA797B160}" srcOrd="3" destOrd="0" parTransId="{E93A7716-375E-416B-95EB-54FE64912220}" sibTransId="{B9C10358-0B69-4A49-8D41-2EDC531215CE}"/>
    <dgm:cxn modelId="{36F648C4-F0B8-4843-A56D-3CDD048353D2}" type="presOf" srcId="{D0BFE09F-C918-4249-B4E4-6DE4A8C5FCFF}" destId="{1ADB7133-9B36-431D-8798-36CD6BEB222F}" srcOrd="0" destOrd="0" presId="urn:microsoft.com/office/officeart/2016/7/layout/RepeatingBendingProcessNew"/>
    <dgm:cxn modelId="{53CC03D7-1555-4505-A789-7F6B1DC4BA1D}" type="presOf" srcId="{133EA6B1-9012-4126-AEBB-FE3F69D95B0F}" destId="{D0041F80-E8BF-40E0-B9A9-9FFBBC97804E}" srcOrd="1" destOrd="0" presId="urn:microsoft.com/office/officeart/2016/7/layout/RepeatingBendingProcessNew"/>
    <dgm:cxn modelId="{25E90BD8-25EB-4580-A543-B431B7EC48A3}" type="presOf" srcId="{3E05E16B-2399-49ED-991D-EE2DF42B612D}" destId="{FADB7A25-D975-4607-9DC0-77688FC1E83C}" srcOrd="1" destOrd="0" presId="urn:microsoft.com/office/officeart/2016/7/layout/RepeatingBendingProcessNew"/>
    <dgm:cxn modelId="{B116B5DB-AB89-4229-A818-07ADFCE5E4B3}" srcId="{D06E0F82-7A2B-4597-AC80-F8BA0F2B279A}" destId="{DEF3441B-865A-4461-B94F-9B5C25D4B130}" srcOrd="0" destOrd="0" parTransId="{23E0324E-A761-4DDB-8BAB-CD472A38F4A9}" sibTransId="{EE3C72FF-5021-4CBD-A90C-D33BDC312EC2}"/>
    <dgm:cxn modelId="{99886DE7-8AA2-4052-9B7C-9ECD35A2CE34}" type="presOf" srcId="{EE3C72FF-5021-4CBD-A90C-D33BDC312EC2}" destId="{9F6E6A74-4AD0-464B-98BA-78225D950DBF}" srcOrd="1" destOrd="0" presId="urn:microsoft.com/office/officeart/2016/7/layout/RepeatingBendingProcessNew"/>
    <dgm:cxn modelId="{2AD3C6F1-24C7-4998-AD65-D8276A768212}" srcId="{D06E0F82-7A2B-4597-AC80-F8BA0F2B279A}" destId="{C8914D32-E463-4458-A749-FE31A4A8B2D9}" srcOrd="1" destOrd="0" parTransId="{7D46BC6F-F9AF-4FD2-83F0-F0A8D613A15B}" sibTransId="{133EA6B1-9012-4126-AEBB-FE3F69D95B0F}"/>
    <dgm:cxn modelId="{D5EBC3F6-1EA8-4A3F-A585-9E8E761902E9}" srcId="{D06E0F82-7A2B-4597-AC80-F8BA0F2B279A}" destId="{DAD8A8E8-3D2F-4970-9AB8-F93820FF1E1A}" srcOrd="6" destOrd="0" parTransId="{77E3B04A-66E7-415A-BF53-BCE4B3205C5E}" sibTransId="{85F1B9E5-BDC7-42F5-9DC1-BCD63816FB79}"/>
    <dgm:cxn modelId="{ED04F3F6-18A1-4116-9397-6B6E45B71E6A}" type="presOf" srcId="{133EA6B1-9012-4126-AEBB-FE3F69D95B0F}" destId="{38A7CBEF-7590-4852-AA04-D2F4B3F87295}" srcOrd="0" destOrd="0" presId="urn:microsoft.com/office/officeart/2016/7/layout/RepeatingBendingProcessNew"/>
    <dgm:cxn modelId="{344D69FB-8952-4BB2-B8E1-084B5E5D4E01}" type="presOf" srcId="{F6EBFB7D-30A3-4E17-AE3E-E884DCE6CF0A}" destId="{6642539C-E20C-4CD4-A735-38D5E2746592}" srcOrd="0" destOrd="0" presId="urn:microsoft.com/office/officeart/2016/7/layout/RepeatingBendingProcessNew"/>
    <dgm:cxn modelId="{35D029F0-7F80-46DB-96E3-096452ABB8BA}" type="presParOf" srcId="{3BD08C3B-7B7F-4B75-80A4-4D7EED8CA86B}" destId="{A7A297EA-6A03-47FC-B46E-044FF410E0A5}" srcOrd="0" destOrd="0" presId="urn:microsoft.com/office/officeart/2016/7/layout/RepeatingBendingProcessNew"/>
    <dgm:cxn modelId="{6A0892B1-01E1-4995-886A-A497AD7A3432}" type="presParOf" srcId="{3BD08C3B-7B7F-4B75-80A4-4D7EED8CA86B}" destId="{21A4883B-AFC8-4854-8592-CE280B0E2DED}" srcOrd="1" destOrd="0" presId="urn:microsoft.com/office/officeart/2016/7/layout/RepeatingBendingProcessNew"/>
    <dgm:cxn modelId="{A79E9496-86FB-4EDD-86C3-3E88DD4A3275}" type="presParOf" srcId="{21A4883B-AFC8-4854-8592-CE280B0E2DED}" destId="{9F6E6A74-4AD0-464B-98BA-78225D950DBF}" srcOrd="0" destOrd="0" presId="urn:microsoft.com/office/officeart/2016/7/layout/RepeatingBendingProcessNew"/>
    <dgm:cxn modelId="{3A5B11EA-8424-48D1-B7BA-DDCAAA42483E}" type="presParOf" srcId="{3BD08C3B-7B7F-4B75-80A4-4D7EED8CA86B}" destId="{9DFBCA04-2E83-4549-9A45-6BB918568D2F}" srcOrd="2" destOrd="0" presId="urn:microsoft.com/office/officeart/2016/7/layout/RepeatingBendingProcessNew"/>
    <dgm:cxn modelId="{F38BF6B2-F8C5-43F4-9087-D3D2445F3EB7}" type="presParOf" srcId="{3BD08C3B-7B7F-4B75-80A4-4D7EED8CA86B}" destId="{38A7CBEF-7590-4852-AA04-D2F4B3F87295}" srcOrd="3" destOrd="0" presId="urn:microsoft.com/office/officeart/2016/7/layout/RepeatingBendingProcessNew"/>
    <dgm:cxn modelId="{EC0541BC-1D45-473E-B2E8-294410E615E4}" type="presParOf" srcId="{38A7CBEF-7590-4852-AA04-D2F4B3F87295}" destId="{D0041F80-E8BF-40E0-B9A9-9FFBBC97804E}" srcOrd="0" destOrd="0" presId="urn:microsoft.com/office/officeart/2016/7/layout/RepeatingBendingProcessNew"/>
    <dgm:cxn modelId="{E55C11F2-60FE-4362-8CE0-E75CE7AA4DC7}" type="presParOf" srcId="{3BD08C3B-7B7F-4B75-80A4-4D7EED8CA86B}" destId="{B6FF5D0C-9E64-45AF-8E5E-1F0C22BDF5FD}" srcOrd="4" destOrd="0" presId="urn:microsoft.com/office/officeart/2016/7/layout/RepeatingBendingProcessNew"/>
    <dgm:cxn modelId="{A9BE6271-598D-47D9-BD07-F16FB30738C5}" type="presParOf" srcId="{3BD08C3B-7B7F-4B75-80A4-4D7EED8CA86B}" destId="{C71FC85D-48FE-4585-BA49-E502EFE4EFF5}" srcOrd="5" destOrd="0" presId="urn:microsoft.com/office/officeart/2016/7/layout/RepeatingBendingProcessNew"/>
    <dgm:cxn modelId="{CC19DEE8-D7C5-406A-B31E-D88C8BF298BE}" type="presParOf" srcId="{C71FC85D-48FE-4585-BA49-E502EFE4EFF5}" destId="{FADB7A25-D975-4607-9DC0-77688FC1E83C}" srcOrd="0" destOrd="0" presId="urn:microsoft.com/office/officeart/2016/7/layout/RepeatingBendingProcessNew"/>
    <dgm:cxn modelId="{86A6AD43-A24D-427D-95ED-248F1850B705}" type="presParOf" srcId="{3BD08C3B-7B7F-4B75-80A4-4D7EED8CA86B}" destId="{605B6733-59EE-4656-B424-1DD73DAC08E2}" srcOrd="6" destOrd="0" presId="urn:microsoft.com/office/officeart/2016/7/layout/RepeatingBendingProcessNew"/>
    <dgm:cxn modelId="{AEE63C2A-5F90-4443-A0CD-5B2AA792B020}" type="presParOf" srcId="{3BD08C3B-7B7F-4B75-80A4-4D7EED8CA86B}" destId="{4750066E-95F8-4773-A41D-0227689A2062}" srcOrd="7" destOrd="0" presId="urn:microsoft.com/office/officeart/2016/7/layout/RepeatingBendingProcessNew"/>
    <dgm:cxn modelId="{CA717D15-1883-4454-AC80-037D70142C7A}" type="presParOf" srcId="{4750066E-95F8-4773-A41D-0227689A2062}" destId="{3844A4B6-DB5C-4D5E-9A64-41E5EAC954B8}" srcOrd="0" destOrd="0" presId="urn:microsoft.com/office/officeart/2016/7/layout/RepeatingBendingProcessNew"/>
    <dgm:cxn modelId="{C9FC7181-79D8-440A-8D18-27E43973C659}" type="presParOf" srcId="{3BD08C3B-7B7F-4B75-80A4-4D7EED8CA86B}" destId="{6642539C-E20C-4CD4-A735-38D5E2746592}" srcOrd="8" destOrd="0" presId="urn:microsoft.com/office/officeart/2016/7/layout/RepeatingBendingProcessNew"/>
    <dgm:cxn modelId="{FDAFB697-9EAE-4BAB-A8BB-C1F83AC3BC3D}" type="presParOf" srcId="{3BD08C3B-7B7F-4B75-80A4-4D7EED8CA86B}" destId="{A91DB7EB-220C-4AFC-A1ED-D7DF97D561FE}" srcOrd="9" destOrd="0" presId="urn:microsoft.com/office/officeart/2016/7/layout/RepeatingBendingProcessNew"/>
    <dgm:cxn modelId="{19811AD9-3AB7-441C-AE92-41792429CF23}" type="presParOf" srcId="{A91DB7EB-220C-4AFC-A1ED-D7DF97D561FE}" destId="{1A6B7AB3-ADB1-4901-B805-32AE3899A373}" srcOrd="0" destOrd="0" presId="urn:microsoft.com/office/officeart/2016/7/layout/RepeatingBendingProcessNew"/>
    <dgm:cxn modelId="{E01B48BD-5162-4C6F-BDC0-DD9B59A165F5}" type="presParOf" srcId="{3BD08C3B-7B7F-4B75-80A4-4D7EED8CA86B}" destId="{9E16DD13-2287-4B52-A51C-D4DED0D1989B}" srcOrd="10" destOrd="0" presId="urn:microsoft.com/office/officeart/2016/7/layout/RepeatingBendingProcessNew"/>
    <dgm:cxn modelId="{B602B7ED-3F49-459D-904B-0E69DA44001C}" type="presParOf" srcId="{3BD08C3B-7B7F-4B75-80A4-4D7EED8CA86B}" destId="{1ADB7133-9B36-431D-8798-36CD6BEB222F}" srcOrd="11" destOrd="0" presId="urn:microsoft.com/office/officeart/2016/7/layout/RepeatingBendingProcessNew"/>
    <dgm:cxn modelId="{852D5D3F-CB6D-41A2-9733-0FDD4DA13F4F}" type="presParOf" srcId="{1ADB7133-9B36-431D-8798-36CD6BEB222F}" destId="{90A8E1A7-2425-45D5-869A-FC2736EF3997}" srcOrd="0" destOrd="0" presId="urn:microsoft.com/office/officeart/2016/7/layout/RepeatingBendingProcessNew"/>
    <dgm:cxn modelId="{F5181B25-A85D-4C8D-9072-05A736DE09BA}" type="presParOf" srcId="{3BD08C3B-7B7F-4B75-80A4-4D7EED8CA86B}" destId="{C8B51351-2E13-4C24-8717-8599FD379F2A}" srcOrd="12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D786CEB-7804-4AAD-A627-6464D7BF39DA}">
      <dsp:nvSpPr>
        <dsp:cNvPr id="0" name=""/>
        <dsp:cNvSpPr/>
      </dsp:nvSpPr>
      <dsp:spPr>
        <a:xfrm>
          <a:off x="2361951" y="532726"/>
          <a:ext cx="412171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12171" y="45720"/>
              </a:lnTo>
            </a:path>
          </a:pathLst>
        </a:custGeom>
        <a:noFill/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556967" y="576232"/>
        <a:ext cx="22138" cy="4427"/>
      </dsp:txXfrm>
    </dsp:sp>
    <dsp:sp modelId="{670F470E-2A8C-4EA5-A414-E323CD1A61B3}">
      <dsp:nvSpPr>
        <dsp:cNvPr id="0" name=""/>
        <dsp:cNvSpPr/>
      </dsp:nvSpPr>
      <dsp:spPr>
        <a:xfrm>
          <a:off x="438659" y="918"/>
          <a:ext cx="1925091" cy="1155054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4331" tIns="99017" rIns="94331" bIns="99017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/>
            <a:t>Student Input (Decision) </a:t>
          </a:r>
          <a:endParaRPr lang="en-US" sz="1700" kern="1200"/>
        </a:p>
      </dsp:txBody>
      <dsp:txXfrm>
        <a:off x="438659" y="918"/>
        <a:ext cx="1925091" cy="1155054"/>
      </dsp:txXfrm>
    </dsp:sp>
    <dsp:sp modelId="{D28F2904-D4B0-4BFE-8D11-DF8EA4A8D83A}">
      <dsp:nvSpPr>
        <dsp:cNvPr id="0" name=""/>
        <dsp:cNvSpPr/>
      </dsp:nvSpPr>
      <dsp:spPr>
        <a:xfrm>
          <a:off x="4729813" y="532726"/>
          <a:ext cx="412171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12171" y="45720"/>
              </a:lnTo>
            </a:path>
          </a:pathLst>
        </a:custGeom>
        <a:noFill/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924829" y="576232"/>
        <a:ext cx="22138" cy="4427"/>
      </dsp:txXfrm>
    </dsp:sp>
    <dsp:sp modelId="{DCF07729-7882-4E6B-931B-393EDD4693FD}">
      <dsp:nvSpPr>
        <dsp:cNvPr id="0" name=""/>
        <dsp:cNvSpPr/>
      </dsp:nvSpPr>
      <dsp:spPr>
        <a:xfrm>
          <a:off x="2806522" y="918"/>
          <a:ext cx="1925091" cy="1155054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4331" tIns="99017" rIns="94331" bIns="99017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/>
            <a:t>Decision Analysis Engine</a:t>
          </a:r>
          <a:endParaRPr lang="en-US" sz="1700" kern="1200"/>
        </a:p>
      </dsp:txBody>
      <dsp:txXfrm>
        <a:off x="2806522" y="918"/>
        <a:ext cx="1925091" cy="1155054"/>
      </dsp:txXfrm>
    </dsp:sp>
    <dsp:sp modelId="{75216014-B871-4492-8015-3A1C525FE749}">
      <dsp:nvSpPr>
        <dsp:cNvPr id="0" name=""/>
        <dsp:cNvSpPr/>
      </dsp:nvSpPr>
      <dsp:spPr>
        <a:xfrm>
          <a:off x="7097675" y="532726"/>
          <a:ext cx="412171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12171" y="45720"/>
              </a:lnTo>
            </a:path>
          </a:pathLst>
        </a:custGeom>
        <a:noFill/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7292692" y="576232"/>
        <a:ext cx="22138" cy="4427"/>
      </dsp:txXfrm>
    </dsp:sp>
    <dsp:sp modelId="{8DC315C7-090E-4241-9957-BF195EDE31F4}">
      <dsp:nvSpPr>
        <dsp:cNvPr id="0" name=""/>
        <dsp:cNvSpPr/>
      </dsp:nvSpPr>
      <dsp:spPr>
        <a:xfrm>
          <a:off x="5174384" y="918"/>
          <a:ext cx="1925091" cy="1155054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4331" tIns="99017" rIns="94331" bIns="99017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/>
            <a:t>Performance Pattern Recognition</a:t>
          </a:r>
          <a:endParaRPr lang="en-US" sz="1700" kern="1200"/>
        </a:p>
      </dsp:txBody>
      <dsp:txXfrm>
        <a:off x="5174384" y="918"/>
        <a:ext cx="1925091" cy="1155054"/>
      </dsp:txXfrm>
    </dsp:sp>
    <dsp:sp modelId="{6A9EB6F2-85F2-48CF-9812-99C9B7488460}">
      <dsp:nvSpPr>
        <dsp:cNvPr id="0" name=""/>
        <dsp:cNvSpPr/>
      </dsp:nvSpPr>
      <dsp:spPr>
        <a:xfrm>
          <a:off x="1401205" y="1154173"/>
          <a:ext cx="7103587" cy="412171"/>
        </a:xfrm>
        <a:custGeom>
          <a:avLst/>
          <a:gdLst/>
          <a:ahLst/>
          <a:cxnLst/>
          <a:rect l="0" t="0" r="0" b="0"/>
          <a:pathLst>
            <a:path>
              <a:moveTo>
                <a:pt x="7103587" y="0"/>
              </a:moveTo>
              <a:lnTo>
                <a:pt x="7103587" y="223185"/>
              </a:lnTo>
              <a:lnTo>
                <a:pt x="0" y="223185"/>
              </a:lnTo>
              <a:lnTo>
                <a:pt x="0" y="412171"/>
              </a:lnTo>
            </a:path>
          </a:pathLst>
        </a:custGeom>
        <a:noFill/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775064" y="1358045"/>
        <a:ext cx="355868" cy="4427"/>
      </dsp:txXfrm>
    </dsp:sp>
    <dsp:sp modelId="{805E85CF-34B6-47E4-90E5-0B215B9849F1}">
      <dsp:nvSpPr>
        <dsp:cNvPr id="0" name=""/>
        <dsp:cNvSpPr/>
      </dsp:nvSpPr>
      <dsp:spPr>
        <a:xfrm>
          <a:off x="7542246" y="918"/>
          <a:ext cx="1925091" cy="1155054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4331" tIns="99017" rIns="94331" bIns="99017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/>
            <a:t>Socratic Question Generation</a:t>
          </a:r>
          <a:endParaRPr lang="en-US" sz="1700" kern="1200"/>
        </a:p>
      </dsp:txBody>
      <dsp:txXfrm>
        <a:off x="7542246" y="918"/>
        <a:ext cx="1925091" cy="1155054"/>
      </dsp:txXfrm>
    </dsp:sp>
    <dsp:sp modelId="{12903484-B570-4B9D-920C-D21FCE1FF55B}">
      <dsp:nvSpPr>
        <dsp:cNvPr id="0" name=""/>
        <dsp:cNvSpPr/>
      </dsp:nvSpPr>
      <dsp:spPr>
        <a:xfrm>
          <a:off x="2361951" y="2130552"/>
          <a:ext cx="412171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12171" y="45720"/>
              </a:lnTo>
            </a:path>
          </a:pathLst>
        </a:custGeom>
        <a:noFill/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556967" y="2174058"/>
        <a:ext cx="22138" cy="4427"/>
      </dsp:txXfrm>
    </dsp:sp>
    <dsp:sp modelId="{7BEAF389-F5B5-44EF-B17B-ACBB51D6BFB2}">
      <dsp:nvSpPr>
        <dsp:cNvPr id="0" name=""/>
        <dsp:cNvSpPr/>
      </dsp:nvSpPr>
      <dsp:spPr>
        <a:xfrm>
          <a:off x="438659" y="1598744"/>
          <a:ext cx="1925091" cy="1155054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4331" tIns="99017" rIns="94331" bIns="99017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/>
            <a:t>Student Response &amp; Reasoning</a:t>
          </a:r>
          <a:endParaRPr lang="en-US" sz="1700" kern="1200"/>
        </a:p>
      </dsp:txBody>
      <dsp:txXfrm>
        <a:off x="438659" y="1598744"/>
        <a:ext cx="1925091" cy="1155054"/>
      </dsp:txXfrm>
    </dsp:sp>
    <dsp:sp modelId="{ACC45780-C50D-4053-AE31-23DCC2C940E5}">
      <dsp:nvSpPr>
        <dsp:cNvPr id="0" name=""/>
        <dsp:cNvSpPr/>
      </dsp:nvSpPr>
      <dsp:spPr>
        <a:xfrm>
          <a:off x="4729813" y="2130552"/>
          <a:ext cx="412171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12171" y="45720"/>
              </a:lnTo>
            </a:path>
          </a:pathLst>
        </a:custGeom>
        <a:noFill/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924829" y="2174058"/>
        <a:ext cx="22138" cy="4427"/>
      </dsp:txXfrm>
    </dsp:sp>
    <dsp:sp modelId="{FE8FB867-0992-4737-B510-E83106BCBA75}">
      <dsp:nvSpPr>
        <dsp:cNvPr id="0" name=""/>
        <dsp:cNvSpPr/>
      </dsp:nvSpPr>
      <dsp:spPr>
        <a:xfrm>
          <a:off x="2806522" y="1598744"/>
          <a:ext cx="1925091" cy="1155054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4331" tIns="99017" rIns="94331" bIns="99017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/>
            <a:t>Understanding Assessment</a:t>
          </a:r>
          <a:endParaRPr lang="en-US" sz="1700" kern="1200"/>
        </a:p>
      </dsp:txBody>
      <dsp:txXfrm>
        <a:off x="2806522" y="1598744"/>
        <a:ext cx="1925091" cy="1155054"/>
      </dsp:txXfrm>
    </dsp:sp>
    <dsp:sp modelId="{EB2FD1AD-69A5-4E4D-A458-85FF37A184AF}">
      <dsp:nvSpPr>
        <dsp:cNvPr id="0" name=""/>
        <dsp:cNvSpPr/>
      </dsp:nvSpPr>
      <dsp:spPr>
        <a:xfrm>
          <a:off x="7097675" y="2130552"/>
          <a:ext cx="412171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12171" y="45720"/>
              </a:lnTo>
            </a:path>
          </a:pathLst>
        </a:custGeom>
        <a:noFill/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7292692" y="2174058"/>
        <a:ext cx="22138" cy="4427"/>
      </dsp:txXfrm>
    </dsp:sp>
    <dsp:sp modelId="{45F21A9A-D822-4604-AD5D-452A8F77BDC4}">
      <dsp:nvSpPr>
        <dsp:cNvPr id="0" name=""/>
        <dsp:cNvSpPr/>
      </dsp:nvSpPr>
      <dsp:spPr>
        <a:xfrm>
          <a:off x="5174384" y="1598744"/>
          <a:ext cx="1925091" cy="1155054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4331" tIns="99017" rIns="94331" bIns="99017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 dirty="0"/>
            <a:t>Personalized Feedback Delivery</a:t>
          </a:r>
          <a:endParaRPr lang="en-US" sz="1700" kern="1200" dirty="0"/>
        </a:p>
      </dsp:txBody>
      <dsp:txXfrm>
        <a:off x="5174384" y="1598744"/>
        <a:ext cx="1925091" cy="1155054"/>
      </dsp:txXfrm>
    </dsp:sp>
    <dsp:sp modelId="{78C3E3AA-DDA1-4C3F-82DC-D3A3B7833D0F}">
      <dsp:nvSpPr>
        <dsp:cNvPr id="0" name=""/>
        <dsp:cNvSpPr/>
      </dsp:nvSpPr>
      <dsp:spPr>
        <a:xfrm>
          <a:off x="1401205" y="2751999"/>
          <a:ext cx="7103587" cy="412171"/>
        </a:xfrm>
        <a:custGeom>
          <a:avLst/>
          <a:gdLst/>
          <a:ahLst/>
          <a:cxnLst/>
          <a:rect l="0" t="0" r="0" b="0"/>
          <a:pathLst>
            <a:path>
              <a:moveTo>
                <a:pt x="7103587" y="0"/>
              </a:moveTo>
              <a:lnTo>
                <a:pt x="7103587" y="223185"/>
              </a:lnTo>
              <a:lnTo>
                <a:pt x="0" y="223185"/>
              </a:lnTo>
              <a:lnTo>
                <a:pt x="0" y="412171"/>
              </a:lnTo>
            </a:path>
          </a:pathLst>
        </a:custGeom>
        <a:noFill/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775064" y="2955871"/>
        <a:ext cx="355868" cy="4427"/>
      </dsp:txXfrm>
    </dsp:sp>
    <dsp:sp modelId="{D0CC80EA-FEC9-4A9A-B7CD-A82375AD3CFC}">
      <dsp:nvSpPr>
        <dsp:cNvPr id="0" name=""/>
        <dsp:cNvSpPr/>
      </dsp:nvSpPr>
      <dsp:spPr>
        <a:xfrm>
          <a:off x="7542246" y="1598744"/>
          <a:ext cx="1925091" cy="1155054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4331" tIns="99017" rIns="94331" bIns="99017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/>
            <a:t>Learning Analytics Update</a:t>
          </a:r>
          <a:endParaRPr lang="en-US" sz="1700" kern="1200"/>
        </a:p>
      </dsp:txBody>
      <dsp:txXfrm>
        <a:off x="7542246" y="1598744"/>
        <a:ext cx="1925091" cy="1155054"/>
      </dsp:txXfrm>
    </dsp:sp>
    <dsp:sp modelId="{CFAC9FFB-E435-4CFF-BB50-B088F7C2A12E}">
      <dsp:nvSpPr>
        <dsp:cNvPr id="0" name=""/>
        <dsp:cNvSpPr/>
      </dsp:nvSpPr>
      <dsp:spPr>
        <a:xfrm>
          <a:off x="438659" y="3196570"/>
          <a:ext cx="1925091" cy="1155054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4331" tIns="99017" rIns="94331" bIns="99017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/>
            <a:t>Adaptive Scenario Recommendation</a:t>
          </a:r>
          <a:endParaRPr lang="en-US" sz="1700" kern="1200"/>
        </a:p>
      </dsp:txBody>
      <dsp:txXfrm>
        <a:off x="438659" y="3196570"/>
        <a:ext cx="1925091" cy="115505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F2DD19E-B50D-4203-8694-BEC0838C29FD}">
      <dsp:nvSpPr>
        <dsp:cNvPr id="0" name=""/>
        <dsp:cNvSpPr/>
      </dsp:nvSpPr>
      <dsp:spPr>
        <a:xfrm>
          <a:off x="1681378" y="1424296"/>
          <a:ext cx="354501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54501" y="45720"/>
              </a:lnTo>
            </a:path>
          </a:pathLst>
        </a:custGeom>
        <a:noFill/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849001" y="1468089"/>
        <a:ext cx="19255" cy="3854"/>
      </dsp:txXfrm>
    </dsp:sp>
    <dsp:sp modelId="{EDAE41AF-2998-488D-892C-89A169C59256}">
      <dsp:nvSpPr>
        <dsp:cNvPr id="0" name=""/>
        <dsp:cNvSpPr/>
      </dsp:nvSpPr>
      <dsp:spPr>
        <a:xfrm>
          <a:off x="8825" y="967710"/>
          <a:ext cx="1674353" cy="1004612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045" tIns="86120" rIns="82045" bIns="861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i="0" kern="1200"/>
            <a:t>Student Makes Decision</a:t>
          </a:r>
          <a:endParaRPr lang="en-US" sz="1200" kern="1200"/>
        </a:p>
      </dsp:txBody>
      <dsp:txXfrm>
        <a:off x="8825" y="967710"/>
        <a:ext cx="1674353" cy="1004612"/>
      </dsp:txXfrm>
    </dsp:sp>
    <dsp:sp modelId="{B271A35A-DF93-409E-82C3-365D1549B57E}">
      <dsp:nvSpPr>
        <dsp:cNvPr id="0" name=""/>
        <dsp:cNvSpPr/>
      </dsp:nvSpPr>
      <dsp:spPr>
        <a:xfrm>
          <a:off x="3740833" y="1424296"/>
          <a:ext cx="354501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54501" y="45720"/>
              </a:lnTo>
            </a:path>
          </a:pathLst>
        </a:custGeom>
        <a:noFill/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908456" y="1468089"/>
        <a:ext cx="19255" cy="3854"/>
      </dsp:txXfrm>
    </dsp:sp>
    <dsp:sp modelId="{7596D72A-79B4-47E7-8097-F9A6DD985664}">
      <dsp:nvSpPr>
        <dsp:cNvPr id="0" name=""/>
        <dsp:cNvSpPr/>
      </dsp:nvSpPr>
      <dsp:spPr>
        <a:xfrm>
          <a:off x="2068280" y="967710"/>
          <a:ext cx="1674353" cy="1004612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045" tIns="86120" rIns="82045" bIns="861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i="0" kern="1200" dirty="0"/>
            <a:t>AI Analyzes: Correct/Incorrect + Reasoning Quality</a:t>
          </a:r>
          <a:endParaRPr lang="en-US" sz="1200" kern="1200" dirty="0"/>
        </a:p>
      </dsp:txBody>
      <dsp:txXfrm>
        <a:off x="2068280" y="967710"/>
        <a:ext cx="1674353" cy="1004612"/>
      </dsp:txXfrm>
    </dsp:sp>
    <dsp:sp modelId="{6EF6BA18-B320-43FE-96ED-BBF2BB2C8433}">
      <dsp:nvSpPr>
        <dsp:cNvPr id="0" name=""/>
        <dsp:cNvSpPr/>
      </dsp:nvSpPr>
      <dsp:spPr>
        <a:xfrm>
          <a:off x="7835917" y="1424296"/>
          <a:ext cx="354501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54501" y="45720"/>
              </a:lnTo>
            </a:path>
          </a:pathLst>
        </a:custGeom>
        <a:noFill/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8003540" y="1468089"/>
        <a:ext cx="19255" cy="3854"/>
      </dsp:txXfrm>
    </dsp:sp>
    <dsp:sp modelId="{A452D64C-A438-40D2-AB5C-B30B178FC7B1}">
      <dsp:nvSpPr>
        <dsp:cNvPr id="0" name=""/>
        <dsp:cNvSpPr/>
      </dsp:nvSpPr>
      <dsp:spPr>
        <a:xfrm>
          <a:off x="4127735" y="665081"/>
          <a:ext cx="3709982" cy="1609870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045" tIns="86120" rIns="82045" bIns="861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i="0" kern="1200" dirty="0"/>
            <a:t>AI Response Selection:</a:t>
          </a:r>
        </a:p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i="0" kern="1200" dirty="0"/>
            <a:t>If Correct: "What made you choose that approach?"
If Incorrect: "What factors are you considering?"
If Hesitant: "Talk me through your thinking process"
If Pattern Error: "I notice you often... Let's explore why</a:t>
          </a:r>
          <a:endParaRPr lang="en-US" sz="1200" kern="1200" dirty="0"/>
        </a:p>
      </dsp:txBody>
      <dsp:txXfrm>
        <a:off x="4127735" y="665081"/>
        <a:ext cx="3709982" cy="1609870"/>
      </dsp:txXfrm>
    </dsp:sp>
    <dsp:sp modelId="{9B252799-64A7-4213-B008-42080C365429}">
      <dsp:nvSpPr>
        <dsp:cNvPr id="0" name=""/>
        <dsp:cNvSpPr/>
      </dsp:nvSpPr>
      <dsp:spPr>
        <a:xfrm>
          <a:off x="846001" y="1970522"/>
          <a:ext cx="8213994" cy="847082"/>
        </a:xfrm>
        <a:custGeom>
          <a:avLst/>
          <a:gdLst/>
          <a:ahLst/>
          <a:cxnLst/>
          <a:rect l="0" t="0" r="0" b="0"/>
          <a:pathLst>
            <a:path>
              <a:moveTo>
                <a:pt x="8213994" y="0"/>
              </a:moveTo>
              <a:lnTo>
                <a:pt x="8213994" y="440641"/>
              </a:lnTo>
              <a:lnTo>
                <a:pt x="0" y="440641"/>
              </a:lnTo>
              <a:lnTo>
                <a:pt x="0" y="847082"/>
              </a:lnTo>
            </a:path>
          </a:pathLst>
        </a:custGeom>
        <a:noFill/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746480" y="2392136"/>
        <a:ext cx="413037" cy="3854"/>
      </dsp:txXfrm>
    </dsp:sp>
    <dsp:sp modelId="{D652993B-6611-4718-8590-CA5DEC254B4C}">
      <dsp:nvSpPr>
        <dsp:cNvPr id="0" name=""/>
        <dsp:cNvSpPr/>
      </dsp:nvSpPr>
      <dsp:spPr>
        <a:xfrm>
          <a:off x="8222819" y="967710"/>
          <a:ext cx="1674353" cy="1004612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045" tIns="86120" rIns="82045" bIns="861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i="0" kern="1200" dirty="0"/>
            <a:t>Student Provides Reasoning</a:t>
          </a:r>
          <a:endParaRPr lang="en-US" sz="1200" kern="1200" dirty="0"/>
        </a:p>
      </dsp:txBody>
      <dsp:txXfrm>
        <a:off x="8222819" y="967710"/>
        <a:ext cx="1674353" cy="1004612"/>
      </dsp:txXfrm>
    </dsp:sp>
    <dsp:sp modelId="{0AE07FD1-688E-4685-BAC7-38435EB5E978}">
      <dsp:nvSpPr>
        <dsp:cNvPr id="0" name=""/>
        <dsp:cNvSpPr/>
      </dsp:nvSpPr>
      <dsp:spPr>
        <a:xfrm>
          <a:off x="1681378" y="3306591"/>
          <a:ext cx="354501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54501" y="45720"/>
              </a:lnTo>
            </a:path>
          </a:pathLst>
        </a:custGeom>
        <a:noFill/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849001" y="3350384"/>
        <a:ext cx="19255" cy="3854"/>
      </dsp:txXfrm>
    </dsp:sp>
    <dsp:sp modelId="{011101F6-A6E2-41F7-A90B-AA7EF25F3F55}">
      <dsp:nvSpPr>
        <dsp:cNvPr id="0" name=""/>
        <dsp:cNvSpPr/>
      </dsp:nvSpPr>
      <dsp:spPr>
        <a:xfrm>
          <a:off x="8825" y="2850005"/>
          <a:ext cx="1674353" cy="1004612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045" tIns="86120" rIns="82045" bIns="861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i="0" kern="1200" dirty="0"/>
            <a:t>AI Evaluates Understanding Level</a:t>
          </a:r>
          <a:endParaRPr lang="en-US" sz="1200" kern="1200" dirty="0"/>
        </a:p>
      </dsp:txBody>
      <dsp:txXfrm>
        <a:off x="8825" y="2850005"/>
        <a:ext cx="1674353" cy="1004612"/>
      </dsp:txXfrm>
    </dsp:sp>
    <dsp:sp modelId="{7AF5A8AD-F0A5-4D25-9699-0EF18D304B89}">
      <dsp:nvSpPr>
        <dsp:cNvPr id="0" name=""/>
        <dsp:cNvSpPr/>
      </dsp:nvSpPr>
      <dsp:spPr>
        <a:xfrm>
          <a:off x="4219163" y="3306591"/>
          <a:ext cx="354501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54501" y="45720"/>
              </a:lnTo>
            </a:path>
          </a:pathLst>
        </a:custGeom>
        <a:noFill/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386786" y="3350384"/>
        <a:ext cx="19255" cy="3854"/>
      </dsp:txXfrm>
    </dsp:sp>
    <dsp:sp modelId="{ED8F8EEF-6D0E-41D0-BD92-A73795448212}">
      <dsp:nvSpPr>
        <dsp:cNvPr id="0" name=""/>
        <dsp:cNvSpPr/>
      </dsp:nvSpPr>
      <dsp:spPr>
        <a:xfrm>
          <a:off x="2068280" y="2660053"/>
          <a:ext cx="2152683" cy="1384516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045" tIns="86120" rIns="82045" bIns="8612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i="0" kern="1200" dirty="0"/>
            <a:t>Follow-up Responses:</a:t>
          </a:r>
        </a:p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i="0" kern="1200" dirty="0"/>
            <a:t>Reinforce</a:t>
          </a:r>
        </a:p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i="0" kern="1200" dirty="0"/>
            <a:t>Guide</a:t>
          </a:r>
        </a:p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i="0" kern="1200" dirty="0"/>
            <a:t>Provide Context</a:t>
          </a:r>
        </a:p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i="0" kern="1200" dirty="0"/>
            <a:t>Connect Protocols</a:t>
          </a:r>
          <a:endParaRPr lang="en-US" sz="1200" kern="1200" dirty="0"/>
        </a:p>
      </dsp:txBody>
      <dsp:txXfrm>
        <a:off x="2068280" y="2660053"/>
        <a:ext cx="2152683" cy="1384516"/>
      </dsp:txXfrm>
    </dsp:sp>
    <dsp:sp modelId="{7B3DBEA1-C396-4B50-A2E8-79BC358AFCAA}">
      <dsp:nvSpPr>
        <dsp:cNvPr id="0" name=""/>
        <dsp:cNvSpPr/>
      </dsp:nvSpPr>
      <dsp:spPr>
        <a:xfrm>
          <a:off x="6278618" y="3306591"/>
          <a:ext cx="354501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54501" y="45720"/>
              </a:lnTo>
            </a:path>
          </a:pathLst>
        </a:custGeom>
        <a:noFill/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446241" y="3350384"/>
        <a:ext cx="19255" cy="3854"/>
      </dsp:txXfrm>
    </dsp:sp>
    <dsp:sp modelId="{8C17D13F-3F2B-4874-90BE-BBD5C41F7235}">
      <dsp:nvSpPr>
        <dsp:cNvPr id="0" name=""/>
        <dsp:cNvSpPr/>
      </dsp:nvSpPr>
      <dsp:spPr>
        <a:xfrm>
          <a:off x="4606064" y="2850005"/>
          <a:ext cx="1674353" cy="1004612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045" tIns="86120" rIns="82045" bIns="861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i="0" kern="1200" dirty="0"/>
            <a:t>Confirmation of Learning</a:t>
          </a:r>
          <a:endParaRPr lang="en-US" sz="1200" kern="1200" dirty="0"/>
        </a:p>
      </dsp:txBody>
      <dsp:txXfrm>
        <a:off x="4606064" y="2850005"/>
        <a:ext cx="1674353" cy="1004612"/>
      </dsp:txXfrm>
    </dsp:sp>
    <dsp:sp modelId="{CB3DFECA-199B-46D8-8579-A8A2761E2A15}">
      <dsp:nvSpPr>
        <dsp:cNvPr id="0" name=""/>
        <dsp:cNvSpPr/>
      </dsp:nvSpPr>
      <dsp:spPr>
        <a:xfrm>
          <a:off x="6665519" y="2850005"/>
          <a:ext cx="1674353" cy="1004612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045" tIns="86120" rIns="82045" bIns="861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i="0" kern="1200" dirty="0"/>
            <a:t>Continue or Advance Scenario</a:t>
          </a:r>
          <a:endParaRPr lang="en-US" sz="1200" kern="1200" dirty="0"/>
        </a:p>
      </dsp:txBody>
      <dsp:txXfrm>
        <a:off x="6665519" y="2850005"/>
        <a:ext cx="1674353" cy="100461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1A4883B-AFC8-4854-8592-CE280B0E2DED}">
      <dsp:nvSpPr>
        <dsp:cNvPr id="0" name=""/>
        <dsp:cNvSpPr/>
      </dsp:nvSpPr>
      <dsp:spPr>
        <a:xfrm>
          <a:off x="1774062" y="422973"/>
          <a:ext cx="32408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24083" y="45720"/>
              </a:lnTo>
            </a:path>
          </a:pathLst>
        </a:custGeom>
        <a:noFill/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927237" y="466918"/>
        <a:ext cx="17734" cy="3550"/>
      </dsp:txXfrm>
    </dsp:sp>
    <dsp:sp modelId="{A7A297EA-6A03-47FC-B46E-044FF410E0A5}">
      <dsp:nvSpPr>
        <dsp:cNvPr id="0" name=""/>
        <dsp:cNvSpPr/>
      </dsp:nvSpPr>
      <dsp:spPr>
        <a:xfrm>
          <a:off x="233760" y="6062"/>
          <a:ext cx="1542102" cy="925261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5564" tIns="79318" rIns="75564" bIns="79318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i="0" kern="1200"/>
            <a:t>[Start] </a:t>
          </a:r>
          <a:r>
            <a:rPr lang="en-US" sz="1200" kern="1200"/>
            <a:t>Becca</a:t>
          </a:r>
          <a:r>
            <a:rPr lang="en-US" sz="1200" b="0" i="0" kern="1200"/>
            <a:t> opens app during study break</a:t>
          </a:r>
          <a:endParaRPr lang="en-US" sz="1200" kern="1200"/>
        </a:p>
      </dsp:txBody>
      <dsp:txXfrm>
        <a:off x="233760" y="6062"/>
        <a:ext cx="1542102" cy="925261"/>
      </dsp:txXfrm>
    </dsp:sp>
    <dsp:sp modelId="{8917A8A9-AAE8-4C78-80ED-18B5D0D82AC3}">
      <dsp:nvSpPr>
        <dsp:cNvPr id="0" name=""/>
        <dsp:cNvSpPr/>
      </dsp:nvSpPr>
      <dsp:spPr>
        <a:xfrm>
          <a:off x="3670849" y="422973"/>
          <a:ext cx="32408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24083" y="45720"/>
              </a:lnTo>
            </a:path>
          </a:pathLst>
        </a:custGeom>
        <a:noFill/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824024" y="466918"/>
        <a:ext cx="17734" cy="3550"/>
      </dsp:txXfrm>
    </dsp:sp>
    <dsp:sp modelId="{30E001D4-0CBB-4995-BE4E-86D5331E69B9}">
      <dsp:nvSpPr>
        <dsp:cNvPr id="0" name=""/>
        <dsp:cNvSpPr/>
      </dsp:nvSpPr>
      <dsp:spPr>
        <a:xfrm>
          <a:off x="2130546" y="6062"/>
          <a:ext cx="1542102" cy="925261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5564" tIns="79318" rIns="75564" bIns="79318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i="0" kern="1200" dirty="0"/>
            <a:t>Dashboard shows: "Your confidence is growing! Ready for a new challenge?"</a:t>
          </a:r>
          <a:endParaRPr lang="en-US" sz="1200" kern="1200" dirty="0"/>
        </a:p>
      </dsp:txBody>
      <dsp:txXfrm>
        <a:off x="2130546" y="6062"/>
        <a:ext cx="1542102" cy="925261"/>
      </dsp:txXfrm>
    </dsp:sp>
    <dsp:sp modelId="{BA953DB7-4FAE-45B7-BD38-D8107BA31758}">
      <dsp:nvSpPr>
        <dsp:cNvPr id="0" name=""/>
        <dsp:cNvSpPr/>
      </dsp:nvSpPr>
      <dsp:spPr>
        <a:xfrm>
          <a:off x="5567635" y="422973"/>
          <a:ext cx="32408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24083" y="45720"/>
              </a:lnTo>
            </a:path>
          </a:pathLst>
        </a:custGeom>
        <a:noFill/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720810" y="466918"/>
        <a:ext cx="17734" cy="3550"/>
      </dsp:txXfrm>
    </dsp:sp>
    <dsp:sp modelId="{3A6A3E98-BB43-4D7D-93ED-FC4C46656D41}">
      <dsp:nvSpPr>
        <dsp:cNvPr id="0" name=""/>
        <dsp:cNvSpPr/>
      </dsp:nvSpPr>
      <dsp:spPr>
        <a:xfrm>
          <a:off x="4027333" y="6062"/>
          <a:ext cx="1542102" cy="925261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5564" tIns="79318" rIns="75564" bIns="79318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Becca</a:t>
          </a:r>
          <a:r>
            <a:rPr lang="en-US" sz="1200" b="0" i="0" kern="1200"/>
            <a:t> selects "Continue Building Confidence" (AI-recommended easier scenario)</a:t>
          </a:r>
          <a:endParaRPr lang="en-US" sz="1200" kern="1200"/>
        </a:p>
      </dsp:txBody>
      <dsp:txXfrm>
        <a:off x="4027333" y="6062"/>
        <a:ext cx="1542102" cy="925261"/>
      </dsp:txXfrm>
    </dsp:sp>
    <dsp:sp modelId="{C71FC85D-48FE-4585-BA49-E502EFE4EFF5}">
      <dsp:nvSpPr>
        <dsp:cNvPr id="0" name=""/>
        <dsp:cNvSpPr/>
      </dsp:nvSpPr>
      <dsp:spPr>
        <a:xfrm>
          <a:off x="7464422" y="422973"/>
          <a:ext cx="32408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24083" y="45720"/>
              </a:lnTo>
            </a:path>
          </a:pathLst>
        </a:custGeom>
        <a:noFill/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7617597" y="466918"/>
        <a:ext cx="17734" cy="3550"/>
      </dsp:txXfrm>
    </dsp:sp>
    <dsp:sp modelId="{B6FF5D0C-9E64-45AF-8E5E-1F0C22BDF5FD}">
      <dsp:nvSpPr>
        <dsp:cNvPr id="0" name=""/>
        <dsp:cNvSpPr/>
      </dsp:nvSpPr>
      <dsp:spPr>
        <a:xfrm>
          <a:off x="5924119" y="6062"/>
          <a:ext cx="1542102" cy="925261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5564" tIns="79318" rIns="75564" bIns="79318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i="0" kern="1200"/>
            <a:t>BioBERT analyzes </a:t>
          </a:r>
          <a:r>
            <a:rPr lang="en-US" sz="1200" kern="1200"/>
            <a:t>Becca</a:t>
          </a:r>
          <a:r>
            <a:rPr lang="en-US" sz="1200" b="0" i="0" kern="1200"/>
            <a:t>'s historical weak areas → generates supportive scenario</a:t>
          </a:r>
          <a:endParaRPr lang="en-US" sz="1200" kern="1200"/>
        </a:p>
      </dsp:txBody>
      <dsp:txXfrm>
        <a:off x="5924119" y="6062"/>
        <a:ext cx="1542102" cy="925261"/>
      </dsp:txXfrm>
    </dsp:sp>
    <dsp:sp modelId="{A91DB7EB-220C-4AFC-A1ED-D7DF97D561FE}">
      <dsp:nvSpPr>
        <dsp:cNvPr id="0" name=""/>
        <dsp:cNvSpPr/>
      </dsp:nvSpPr>
      <dsp:spPr>
        <a:xfrm>
          <a:off x="1004811" y="929524"/>
          <a:ext cx="7587145" cy="470200"/>
        </a:xfrm>
        <a:custGeom>
          <a:avLst/>
          <a:gdLst/>
          <a:ahLst/>
          <a:cxnLst/>
          <a:rect l="0" t="0" r="0" b="0"/>
          <a:pathLst>
            <a:path>
              <a:moveTo>
                <a:pt x="7587145" y="0"/>
              </a:moveTo>
              <a:lnTo>
                <a:pt x="7587145" y="252200"/>
              </a:lnTo>
              <a:lnTo>
                <a:pt x="0" y="252200"/>
              </a:lnTo>
              <a:lnTo>
                <a:pt x="0" y="470200"/>
              </a:lnTo>
            </a:path>
          </a:pathLst>
        </a:custGeom>
        <a:noFill/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608293" y="1162849"/>
        <a:ext cx="380182" cy="3550"/>
      </dsp:txXfrm>
    </dsp:sp>
    <dsp:sp modelId="{6642539C-E20C-4CD4-A735-38D5E2746592}">
      <dsp:nvSpPr>
        <dsp:cNvPr id="0" name=""/>
        <dsp:cNvSpPr/>
      </dsp:nvSpPr>
      <dsp:spPr>
        <a:xfrm>
          <a:off x="7820906" y="6062"/>
          <a:ext cx="1542102" cy="925261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5564" tIns="79318" rIns="75564" bIns="79318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i="0" kern="1200"/>
            <a:t>[Loading State: "Creating a scenario to build your confidence..."]</a:t>
          </a:r>
          <a:endParaRPr lang="en-US" sz="1200" kern="1200"/>
        </a:p>
      </dsp:txBody>
      <dsp:txXfrm>
        <a:off x="7820906" y="6062"/>
        <a:ext cx="1542102" cy="925261"/>
      </dsp:txXfrm>
    </dsp:sp>
    <dsp:sp modelId="{1ADB7133-9B36-431D-8798-36CD6BEB222F}">
      <dsp:nvSpPr>
        <dsp:cNvPr id="0" name=""/>
        <dsp:cNvSpPr/>
      </dsp:nvSpPr>
      <dsp:spPr>
        <a:xfrm>
          <a:off x="1774062" y="1849036"/>
          <a:ext cx="32408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24083" y="45720"/>
              </a:lnTo>
            </a:path>
          </a:pathLst>
        </a:custGeom>
        <a:noFill/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927237" y="1892981"/>
        <a:ext cx="17734" cy="3550"/>
      </dsp:txXfrm>
    </dsp:sp>
    <dsp:sp modelId="{9E16DD13-2287-4B52-A51C-D4DED0D1989B}">
      <dsp:nvSpPr>
        <dsp:cNvPr id="0" name=""/>
        <dsp:cNvSpPr/>
      </dsp:nvSpPr>
      <dsp:spPr>
        <a:xfrm>
          <a:off x="233760" y="1432125"/>
          <a:ext cx="1542102" cy="925261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5564" tIns="79318" rIns="75564" bIns="79318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i="0" kern="1200"/>
            <a:t>Scenario: Single patient with clear vital signs (less overwhelming)</a:t>
          </a:r>
          <a:endParaRPr lang="en-US" sz="1200" kern="1200"/>
        </a:p>
      </dsp:txBody>
      <dsp:txXfrm>
        <a:off x="233760" y="1432125"/>
        <a:ext cx="1542102" cy="925261"/>
      </dsp:txXfrm>
    </dsp:sp>
    <dsp:sp modelId="{5C6BF370-3CE7-42A4-8605-407A70261FBE}">
      <dsp:nvSpPr>
        <dsp:cNvPr id="0" name=""/>
        <dsp:cNvSpPr/>
      </dsp:nvSpPr>
      <dsp:spPr>
        <a:xfrm>
          <a:off x="3670849" y="1849036"/>
          <a:ext cx="32408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24083" y="45720"/>
              </a:lnTo>
            </a:path>
          </a:pathLst>
        </a:custGeom>
        <a:noFill/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824024" y="1892981"/>
        <a:ext cx="17734" cy="3550"/>
      </dsp:txXfrm>
    </dsp:sp>
    <dsp:sp modelId="{C8B51351-2E13-4C24-8717-8599FD379F2A}">
      <dsp:nvSpPr>
        <dsp:cNvPr id="0" name=""/>
        <dsp:cNvSpPr/>
      </dsp:nvSpPr>
      <dsp:spPr>
        <a:xfrm>
          <a:off x="2130546" y="1432125"/>
          <a:ext cx="1542102" cy="925261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5564" tIns="79318" rIns="75564" bIns="79318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Becca</a:t>
          </a:r>
          <a:r>
            <a:rPr lang="en-US" sz="1200" b="0" i="0" kern="1200"/>
            <a:t> hesitates, takes 45 seconds to decide on "Delayed" triage</a:t>
          </a:r>
          <a:endParaRPr lang="en-US" sz="1200" kern="1200"/>
        </a:p>
      </dsp:txBody>
      <dsp:txXfrm>
        <a:off x="2130546" y="1432125"/>
        <a:ext cx="1542102" cy="925261"/>
      </dsp:txXfrm>
    </dsp:sp>
    <dsp:sp modelId="{FE85F390-3FC2-4819-934D-F47C24967753}">
      <dsp:nvSpPr>
        <dsp:cNvPr id="0" name=""/>
        <dsp:cNvSpPr/>
      </dsp:nvSpPr>
      <dsp:spPr>
        <a:xfrm>
          <a:off x="5567635" y="1849036"/>
          <a:ext cx="32408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24083" y="45720"/>
              </a:lnTo>
            </a:path>
          </a:pathLst>
        </a:custGeom>
        <a:noFill/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720810" y="1892981"/>
        <a:ext cx="17734" cy="3550"/>
      </dsp:txXfrm>
    </dsp:sp>
    <dsp:sp modelId="{D7C4C440-763F-406E-A0A1-56D286F7E835}">
      <dsp:nvSpPr>
        <dsp:cNvPr id="0" name=""/>
        <dsp:cNvSpPr/>
      </dsp:nvSpPr>
      <dsp:spPr>
        <a:xfrm>
          <a:off x="4027333" y="1432125"/>
          <a:ext cx="1542102" cy="925261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5564" tIns="79318" rIns="75564" bIns="79318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i="0" kern="1200"/>
            <a:t>DialoGPT detects hesitation pattern, generates supportive response:</a:t>
          </a:r>
          <a:endParaRPr lang="en-US" sz="1200" kern="1200"/>
        </a:p>
      </dsp:txBody>
      <dsp:txXfrm>
        <a:off x="4027333" y="1432125"/>
        <a:ext cx="1542102" cy="925261"/>
      </dsp:txXfrm>
    </dsp:sp>
    <dsp:sp modelId="{78ECAD1E-71E4-431A-AACF-99D54AE11D77}">
      <dsp:nvSpPr>
        <dsp:cNvPr id="0" name=""/>
        <dsp:cNvSpPr/>
      </dsp:nvSpPr>
      <dsp:spPr>
        <a:xfrm>
          <a:off x="8131659" y="1849036"/>
          <a:ext cx="32408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24083" y="45720"/>
              </a:lnTo>
            </a:path>
          </a:pathLst>
        </a:custGeom>
        <a:noFill/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8284834" y="1892981"/>
        <a:ext cx="17734" cy="3550"/>
      </dsp:txXfrm>
    </dsp:sp>
    <dsp:sp modelId="{E7D0A2CF-D41F-4F94-9279-54FF0037C60B}">
      <dsp:nvSpPr>
        <dsp:cNvPr id="0" name=""/>
        <dsp:cNvSpPr/>
      </dsp:nvSpPr>
      <dsp:spPr>
        <a:xfrm>
          <a:off x="5924119" y="1286008"/>
          <a:ext cx="2209339" cy="1217496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5564" tIns="79318" rIns="75564" bIns="79318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i="0" kern="1200" dirty="0"/>
            <a:t>"I can see you're taking time to think this through - that's actually excellent medical practice. What specific signs made you lean toward delayed?"</a:t>
          </a:r>
          <a:endParaRPr lang="en-US" sz="1200" kern="1200" dirty="0"/>
        </a:p>
      </dsp:txBody>
      <dsp:txXfrm>
        <a:off x="5924119" y="1286008"/>
        <a:ext cx="2209339" cy="1217496"/>
      </dsp:txXfrm>
    </dsp:sp>
    <dsp:sp modelId="{77A4F148-291A-4294-8250-ABDBBA7389D2}">
      <dsp:nvSpPr>
        <dsp:cNvPr id="0" name=""/>
        <dsp:cNvSpPr/>
      </dsp:nvSpPr>
      <dsp:spPr>
        <a:xfrm>
          <a:off x="1320179" y="2355587"/>
          <a:ext cx="7939015" cy="470200"/>
        </a:xfrm>
        <a:custGeom>
          <a:avLst/>
          <a:gdLst/>
          <a:ahLst/>
          <a:cxnLst/>
          <a:rect l="0" t="0" r="0" b="0"/>
          <a:pathLst>
            <a:path>
              <a:moveTo>
                <a:pt x="7939015" y="0"/>
              </a:moveTo>
              <a:lnTo>
                <a:pt x="7939015" y="252200"/>
              </a:lnTo>
              <a:lnTo>
                <a:pt x="0" y="252200"/>
              </a:lnTo>
              <a:lnTo>
                <a:pt x="0" y="470200"/>
              </a:lnTo>
            </a:path>
          </a:pathLst>
        </a:custGeom>
        <a:noFill/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090816" y="2588912"/>
        <a:ext cx="397739" cy="3550"/>
      </dsp:txXfrm>
    </dsp:sp>
    <dsp:sp modelId="{8CB1676F-E191-4926-96CA-9EB7118045D9}">
      <dsp:nvSpPr>
        <dsp:cNvPr id="0" name=""/>
        <dsp:cNvSpPr/>
      </dsp:nvSpPr>
      <dsp:spPr>
        <a:xfrm>
          <a:off x="8488143" y="1432125"/>
          <a:ext cx="1542102" cy="925261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5564" tIns="79318" rIns="75564" bIns="79318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Becca</a:t>
          </a:r>
          <a:r>
            <a:rPr lang="en-US" sz="1200" b="0" i="0" kern="1200"/>
            <a:t> explains: "Pulse is elevated but she's conscious and talking"</a:t>
          </a:r>
          <a:endParaRPr lang="en-US" sz="1200" kern="1200"/>
        </a:p>
      </dsp:txBody>
      <dsp:txXfrm>
        <a:off x="8488143" y="1432125"/>
        <a:ext cx="1542102" cy="925261"/>
      </dsp:txXfrm>
    </dsp:sp>
    <dsp:sp modelId="{B44BFAF5-A3E4-4AC2-A66E-44D7500F8228}">
      <dsp:nvSpPr>
        <dsp:cNvPr id="0" name=""/>
        <dsp:cNvSpPr/>
      </dsp:nvSpPr>
      <dsp:spPr>
        <a:xfrm>
          <a:off x="2404798" y="3411492"/>
          <a:ext cx="32408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24083" y="45720"/>
              </a:lnTo>
            </a:path>
          </a:pathLst>
        </a:custGeom>
        <a:noFill/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557973" y="3455436"/>
        <a:ext cx="17734" cy="3550"/>
      </dsp:txXfrm>
    </dsp:sp>
    <dsp:sp modelId="{798D1942-0F0D-4C0C-9969-7CAEA252A470}">
      <dsp:nvSpPr>
        <dsp:cNvPr id="0" name=""/>
        <dsp:cNvSpPr/>
      </dsp:nvSpPr>
      <dsp:spPr>
        <a:xfrm>
          <a:off x="233760" y="2858188"/>
          <a:ext cx="2172838" cy="1198047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5564" tIns="79318" rIns="75564" bIns="79318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i="0" kern="1200" dirty="0"/>
            <a:t>AI Coach: "That's solid reasoning! Consciousness is a key indicator. You're developing good instincts. What does our protocol say about elevated pulse?"</a:t>
          </a:r>
          <a:endParaRPr lang="en-US" sz="1200" kern="1200" dirty="0"/>
        </a:p>
      </dsp:txBody>
      <dsp:txXfrm>
        <a:off x="233760" y="2858188"/>
        <a:ext cx="2172838" cy="1198047"/>
      </dsp:txXfrm>
    </dsp:sp>
    <dsp:sp modelId="{5B9216C3-2D66-4DE6-A546-7CFD03C9A938}">
      <dsp:nvSpPr>
        <dsp:cNvPr id="0" name=""/>
        <dsp:cNvSpPr/>
      </dsp:nvSpPr>
      <dsp:spPr>
        <a:xfrm>
          <a:off x="4301584" y="3411492"/>
          <a:ext cx="32408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24083" y="45720"/>
              </a:lnTo>
            </a:path>
          </a:pathLst>
        </a:custGeom>
        <a:noFill/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454759" y="3455436"/>
        <a:ext cx="17734" cy="3550"/>
      </dsp:txXfrm>
    </dsp:sp>
    <dsp:sp modelId="{C3D8BF2D-8373-4AF3-AC12-F31E661C318A}">
      <dsp:nvSpPr>
        <dsp:cNvPr id="0" name=""/>
        <dsp:cNvSpPr/>
      </dsp:nvSpPr>
      <dsp:spPr>
        <a:xfrm>
          <a:off x="2761282" y="2994581"/>
          <a:ext cx="1542102" cy="925261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5564" tIns="79318" rIns="75564" bIns="79318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Becca</a:t>
          </a:r>
          <a:r>
            <a:rPr lang="en-US" sz="1200" b="0" i="0" kern="1200"/>
            <a:t> gains confidence, references protocol correctly</a:t>
          </a:r>
          <a:endParaRPr lang="en-US" sz="1200" kern="1200"/>
        </a:p>
      </dsp:txBody>
      <dsp:txXfrm>
        <a:off x="2761282" y="2994581"/>
        <a:ext cx="1542102" cy="925261"/>
      </dsp:txXfrm>
    </dsp:sp>
    <dsp:sp modelId="{2366E070-F16A-412D-85B8-6828F4F1108A}">
      <dsp:nvSpPr>
        <dsp:cNvPr id="0" name=""/>
        <dsp:cNvSpPr/>
      </dsp:nvSpPr>
      <dsp:spPr>
        <a:xfrm>
          <a:off x="6198371" y="3411492"/>
          <a:ext cx="32408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24083" y="45720"/>
              </a:lnTo>
            </a:path>
          </a:pathLst>
        </a:custGeom>
        <a:noFill/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351546" y="3455436"/>
        <a:ext cx="17734" cy="3550"/>
      </dsp:txXfrm>
    </dsp:sp>
    <dsp:sp modelId="{7AF2A18D-528B-4453-8C14-E237E8D1C1E6}">
      <dsp:nvSpPr>
        <dsp:cNvPr id="0" name=""/>
        <dsp:cNvSpPr/>
      </dsp:nvSpPr>
      <dsp:spPr>
        <a:xfrm>
          <a:off x="4658068" y="2994581"/>
          <a:ext cx="1542102" cy="925261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5564" tIns="79318" rIns="75564" bIns="79318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i="0" kern="1200"/>
            <a:t>Scenario continues with positive reinforcement</a:t>
          </a:r>
          <a:endParaRPr lang="en-US" sz="1200" kern="1200"/>
        </a:p>
      </dsp:txBody>
      <dsp:txXfrm>
        <a:off x="4658068" y="2994581"/>
        <a:ext cx="1542102" cy="925261"/>
      </dsp:txXfrm>
    </dsp:sp>
    <dsp:sp modelId="{2C13B467-E74E-4C10-A62A-9D822BB4D291}">
      <dsp:nvSpPr>
        <dsp:cNvPr id="0" name=""/>
        <dsp:cNvSpPr/>
      </dsp:nvSpPr>
      <dsp:spPr>
        <a:xfrm>
          <a:off x="1004811" y="4005651"/>
          <a:ext cx="6648113" cy="372868"/>
        </a:xfrm>
        <a:custGeom>
          <a:avLst/>
          <a:gdLst/>
          <a:ahLst/>
          <a:cxnLst/>
          <a:rect l="0" t="0" r="0" b="0"/>
          <a:pathLst>
            <a:path>
              <a:moveTo>
                <a:pt x="6648113" y="0"/>
              </a:moveTo>
              <a:lnTo>
                <a:pt x="6648113" y="203534"/>
              </a:lnTo>
              <a:lnTo>
                <a:pt x="0" y="203534"/>
              </a:lnTo>
              <a:lnTo>
                <a:pt x="0" y="372868"/>
              </a:lnTo>
            </a:path>
          </a:pathLst>
        </a:custGeom>
        <a:noFill/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162359" y="4190310"/>
        <a:ext cx="333017" cy="3550"/>
      </dsp:txXfrm>
    </dsp:sp>
    <dsp:sp modelId="{76E2046D-64DC-42BA-B63A-7D10268D5D40}">
      <dsp:nvSpPr>
        <dsp:cNvPr id="0" name=""/>
        <dsp:cNvSpPr/>
      </dsp:nvSpPr>
      <dsp:spPr>
        <a:xfrm>
          <a:off x="6554855" y="2906972"/>
          <a:ext cx="2196139" cy="1100478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5564" tIns="79318" rIns="75564" bIns="79318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i="0" kern="1200" dirty="0"/>
            <a:t>[End with confidence-building summary]: "You made thoughtful, protocol-based decisions. Your reasoning skills are developing well!"</a:t>
          </a:r>
          <a:endParaRPr lang="en-US" sz="1200" kern="1200" dirty="0"/>
        </a:p>
      </dsp:txBody>
      <dsp:txXfrm>
        <a:off x="6554855" y="2906972"/>
        <a:ext cx="2196139" cy="1100478"/>
      </dsp:txXfrm>
    </dsp:sp>
    <dsp:sp modelId="{FE59DD89-D58C-434F-9230-C2D73EFD43EE}">
      <dsp:nvSpPr>
        <dsp:cNvPr id="0" name=""/>
        <dsp:cNvSpPr/>
      </dsp:nvSpPr>
      <dsp:spPr>
        <a:xfrm>
          <a:off x="233760" y="4410919"/>
          <a:ext cx="1542102" cy="925261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5564" tIns="79318" rIns="75564" bIns="79318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i="0" kern="1200"/>
            <a:t>Analytics show confidence improvement, next scenario recommended</a:t>
          </a:r>
          <a:endParaRPr lang="en-US" sz="1200" kern="1200"/>
        </a:p>
      </dsp:txBody>
      <dsp:txXfrm>
        <a:off x="233760" y="4410919"/>
        <a:ext cx="1542102" cy="925261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A32FEE2-448D-4C38-869A-4A5D66A7A646}">
      <dsp:nvSpPr>
        <dsp:cNvPr id="0" name=""/>
        <dsp:cNvSpPr/>
      </dsp:nvSpPr>
      <dsp:spPr>
        <a:xfrm>
          <a:off x="2111483" y="1452575"/>
          <a:ext cx="455001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55001" y="45720"/>
              </a:lnTo>
            </a:path>
          </a:pathLst>
        </a:custGeom>
        <a:noFill/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326844" y="1495867"/>
        <a:ext cx="24280" cy="4856"/>
      </dsp:txXfrm>
    </dsp:sp>
    <dsp:sp modelId="{FE2E346B-71EF-4B14-8510-247E25EA7B6B}">
      <dsp:nvSpPr>
        <dsp:cNvPr id="0" name=""/>
        <dsp:cNvSpPr/>
      </dsp:nvSpPr>
      <dsp:spPr>
        <a:xfrm>
          <a:off x="1971" y="864901"/>
          <a:ext cx="2111312" cy="1266787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03456" tIns="108595" rIns="103456" bIns="10859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 dirty="0"/>
            <a:t>[Start] James opens app after a challenging ambulance call </a:t>
          </a:r>
          <a:endParaRPr lang="en-US" sz="1500" kern="1200" dirty="0"/>
        </a:p>
      </dsp:txBody>
      <dsp:txXfrm>
        <a:off x="1971" y="864901"/>
        <a:ext cx="2111312" cy="1266787"/>
      </dsp:txXfrm>
    </dsp:sp>
    <dsp:sp modelId="{2249585A-0AA8-44D7-B58E-4E86881A571A}">
      <dsp:nvSpPr>
        <dsp:cNvPr id="0" name=""/>
        <dsp:cNvSpPr/>
      </dsp:nvSpPr>
      <dsp:spPr>
        <a:xfrm>
          <a:off x="4708398" y="1452575"/>
          <a:ext cx="455001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55001" y="45720"/>
              </a:lnTo>
            </a:path>
          </a:pathLst>
        </a:custGeom>
        <a:noFill/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923758" y="1495867"/>
        <a:ext cx="24280" cy="4856"/>
      </dsp:txXfrm>
    </dsp:sp>
    <dsp:sp modelId="{0A4C5862-C3C6-477A-BF76-E0FE66B33DC6}">
      <dsp:nvSpPr>
        <dsp:cNvPr id="0" name=""/>
        <dsp:cNvSpPr/>
      </dsp:nvSpPr>
      <dsp:spPr>
        <a:xfrm>
          <a:off x="2598885" y="864901"/>
          <a:ext cx="2111312" cy="1266787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03456" tIns="108595" rIns="103456" bIns="10859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/>
            <a:t>AI suggests: "Want to practice scenarios similar to today's challenges?" </a:t>
          </a:r>
          <a:endParaRPr lang="en-US" sz="1500" kern="1200"/>
        </a:p>
      </dsp:txBody>
      <dsp:txXfrm>
        <a:off x="2598885" y="864901"/>
        <a:ext cx="2111312" cy="1266787"/>
      </dsp:txXfrm>
    </dsp:sp>
    <dsp:sp modelId="{9563F6A8-D998-4B2B-8897-7D9F327DC3D9}">
      <dsp:nvSpPr>
        <dsp:cNvPr id="0" name=""/>
        <dsp:cNvSpPr/>
      </dsp:nvSpPr>
      <dsp:spPr>
        <a:xfrm>
          <a:off x="7305312" y="1452575"/>
          <a:ext cx="455001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55001" y="45720"/>
              </a:lnTo>
            </a:path>
          </a:pathLst>
        </a:custGeom>
        <a:noFill/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7520673" y="1495867"/>
        <a:ext cx="24280" cy="4856"/>
      </dsp:txXfrm>
    </dsp:sp>
    <dsp:sp modelId="{0ECEAA49-DF64-42CF-A8C0-9957154B2235}">
      <dsp:nvSpPr>
        <dsp:cNvPr id="0" name=""/>
        <dsp:cNvSpPr/>
      </dsp:nvSpPr>
      <dsp:spPr>
        <a:xfrm>
          <a:off x="5195799" y="864901"/>
          <a:ext cx="2111312" cy="1266787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03456" tIns="108595" rIns="103456" bIns="10859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/>
            <a:t>James selects "Advanced Multi-Trauma Practice“</a:t>
          </a:r>
          <a:endParaRPr lang="en-US" sz="1500" kern="1200"/>
        </a:p>
      </dsp:txBody>
      <dsp:txXfrm>
        <a:off x="5195799" y="864901"/>
        <a:ext cx="2111312" cy="1266787"/>
      </dsp:txXfrm>
    </dsp:sp>
    <dsp:sp modelId="{9EBA59C7-6F01-43D0-9EA5-CF452BFEC7A7}">
      <dsp:nvSpPr>
        <dsp:cNvPr id="0" name=""/>
        <dsp:cNvSpPr/>
      </dsp:nvSpPr>
      <dsp:spPr>
        <a:xfrm>
          <a:off x="1057627" y="2129889"/>
          <a:ext cx="7790743" cy="455001"/>
        </a:xfrm>
        <a:custGeom>
          <a:avLst/>
          <a:gdLst/>
          <a:ahLst/>
          <a:cxnLst/>
          <a:rect l="0" t="0" r="0" b="0"/>
          <a:pathLst>
            <a:path>
              <a:moveTo>
                <a:pt x="7790743" y="0"/>
              </a:moveTo>
              <a:lnTo>
                <a:pt x="7790743" y="244600"/>
              </a:lnTo>
              <a:lnTo>
                <a:pt x="0" y="244600"/>
              </a:lnTo>
              <a:lnTo>
                <a:pt x="0" y="455001"/>
              </a:lnTo>
            </a:path>
          </a:pathLst>
        </a:custGeom>
        <a:noFill/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757852" y="2354961"/>
        <a:ext cx="390293" cy="4856"/>
      </dsp:txXfrm>
    </dsp:sp>
    <dsp:sp modelId="{BEF3CBC6-2390-43EE-B82A-9BED59FAC07C}">
      <dsp:nvSpPr>
        <dsp:cNvPr id="0" name=""/>
        <dsp:cNvSpPr/>
      </dsp:nvSpPr>
      <dsp:spPr>
        <a:xfrm>
          <a:off x="7792714" y="864901"/>
          <a:ext cx="2111312" cy="1266787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03456" tIns="108595" rIns="103456" bIns="10859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i="0" kern="1200"/>
            <a:t>Scenario:</a:t>
          </a:r>
          <a:r>
            <a:rPr lang="en-US" sz="1500" b="0" i="0" kern="1200"/>
            <a:t> Mass casualty incident, 6 patients, limited resources </a:t>
          </a:r>
          <a:endParaRPr lang="en-US" sz="1500" kern="1200"/>
        </a:p>
      </dsp:txBody>
      <dsp:txXfrm>
        <a:off x="7792714" y="864901"/>
        <a:ext cx="2111312" cy="1266787"/>
      </dsp:txXfrm>
    </dsp:sp>
    <dsp:sp modelId="{0DB22752-BF41-4100-8C95-A7C34F155655}">
      <dsp:nvSpPr>
        <dsp:cNvPr id="0" name=""/>
        <dsp:cNvSpPr/>
      </dsp:nvSpPr>
      <dsp:spPr>
        <a:xfrm>
          <a:off x="2111483" y="3204964"/>
          <a:ext cx="455001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55001" y="45720"/>
              </a:lnTo>
            </a:path>
          </a:pathLst>
        </a:custGeom>
        <a:noFill/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326844" y="3248256"/>
        <a:ext cx="24280" cy="4856"/>
      </dsp:txXfrm>
    </dsp:sp>
    <dsp:sp modelId="{54E518C0-DD8B-46FB-AE9B-CE985A4CE9ED}">
      <dsp:nvSpPr>
        <dsp:cNvPr id="0" name=""/>
        <dsp:cNvSpPr/>
      </dsp:nvSpPr>
      <dsp:spPr>
        <a:xfrm>
          <a:off x="1971" y="2617290"/>
          <a:ext cx="2111312" cy="1266787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03456" tIns="108595" rIns="103456" bIns="10859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i="0" kern="1200"/>
            <a:t>AI Coach:</a:t>
          </a:r>
          <a:r>
            <a:rPr lang="en-US" sz="1500" b="0" i="0" kern="1200"/>
            <a:t> "Walk me through your priority rationale for these critical patients." </a:t>
          </a:r>
          <a:endParaRPr lang="en-US" sz="1500" kern="1200"/>
        </a:p>
      </dsp:txBody>
      <dsp:txXfrm>
        <a:off x="1971" y="2617290"/>
        <a:ext cx="2111312" cy="1266787"/>
      </dsp:txXfrm>
    </dsp:sp>
    <dsp:sp modelId="{C60AD565-956E-43D9-9D2D-10D4F10B5682}">
      <dsp:nvSpPr>
        <dsp:cNvPr id="0" name=""/>
        <dsp:cNvSpPr/>
      </dsp:nvSpPr>
      <dsp:spPr>
        <a:xfrm>
          <a:off x="4708398" y="3204964"/>
          <a:ext cx="455001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55001" y="45720"/>
              </a:lnTo>
            </a:path>
          </a:pathLst>
        </a:custGeom>
        <a:noFill/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923758" y="3248256"/>
        <a:ext cx="24280" cy="4856"/>
      </dsp:txXfrm>
    </dsp:sp>
    <dsp:sp modelId="{2CEA5DE3-1D1E-4955-8E55-228D02A933ED}">
      <dsp:nvSpPr>
        <dsp:cNvPr id="0" name=""/>
        <dsp:cNvSpPr/>
      </dsp:nvSpPr>
      <dsp:spPr>
        <a:xfrm>
          <a:off x="2598885" y="2617290"/>
          <a:ext cx="2111312" cy="1266787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03456" tIns="108595" rIns="103456" bIns="10859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i="0" kern="1200"/>
            <a:t>[GPT-4 Fallback Triggered]</a:t>
          </a:r>
          <a:r>
            <a:rPr lang="en-US" sz="1500" b="0" i="0" kern="1200"/>
            <a:t> - Advanced response with protocol citations </a:t>
          </a:r>
          <a:endParaRPr lang="en-US" sz="1500" kern="1200"/>
        </a:p>
      </dsp:txBody>
      <dsp:txXfrm>
        <a:off x="2598885" y="2617290"/>
        <a:ext cx="2111312" cy="1266787"/>
      </dsp:txXfrm>
    </dsp:sp>
    <dsp:sp modelId="{4826286E-4725-459F-BF38-B69150379FDE}">
      <dsp:nvSpPr>
        <dsp:cNvPr id="0" name=""/>
        <dsp:cNvSpPr/>
      </dsp:nvSpPr>
      <dsp:spPr>
        <a:xfrm>
          <a:off x="5195799" y="2617290"/>
          <a:ext cx="2111312" cy="1266787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03456" tIns="108595" rIns="103456" bIns="10859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/>
            <a:t>Performance logged for professional development tracking</a:t>
          </a:r>
          <a:endParaRPr lang="en-US" sz="1500" kern="1200"/>
        </a:p>
      </dsp:txBody>
      <dsp:txXfrm>
        <a:off x="5195799" y="2617290"/>
        <a:ext cx="2111312" cy="1266787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1A4883B-AFC8-4854-8592-CE280B0E2DED}">
      <dsp:nvSpPr>
        <dsp:cNvPr id="0" name=""/>
        <dsp:cNvSpPr/>
      </dsp:nvSpPr>
      <dsp:spPr>
        <a:xfrm>
          <a:off x="3324082" y="664089"/>
          <a:ext cx="51289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12896" y="45720"/>
              </a:lnTo>
            </a:path>
          </a:pathLst>
        </a:custGeom>
        <a:noFill/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566943" y="707092"/>
        <a:ext cx="27174" cy="5434"/>
      </dsp:txXfrm>
    </dsp:sp>
    <dsp:sp modelId="{A7A297EA-6A03-47FC-B46E-044FF410E0A5}">
      <dsp:nvSpPr>
        <dsp:cNvPr id="0" name=""/>
        <dsp:cNvSpPr/>
      </dsp:nvSpPr>
      <dsp:spPr>
        <a:xfrm>
          <a:off x="962855" y="901"/>
          <a:ext cx="2363026" cy="1417816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5790" tIns="121542" rIns="115790" bIns="121542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 dirty="0"/>
            <a:t>[Start] Emma logs into instructor dashboard.</a:t>
          </a:r>
          <a:endParaRPr lang="en-US" sz="1700" kern="1200" dirty="0"/>
        </a:p>
      </dsp:txBody>
      <dsp:txXfrm>
        <a:off x="962855" y="901"/>
        <a:ext cx="2363026" cy="1417816"/>
      </dsp:txXfrm>
    </dsp:sp>
    <dsp:sp modelId="{8917A8A9-AAE8-4C78-80ED-18B5D0D82AC3}">
      <dsp:nvSpPr>
        <dsp:cNvPr id="0" name=""/>
        <dsp:cNvSpPr/>
      </dsp:nvSpPr>
      <dsp:spPr>
        <a:xfrm>
          <a:off x="6230605" y="664089"/>
          <a:ext cx="51289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12896" y="45720"/>
              </a:lnTo>
            </a:path>
          </a:pathLst>
        </a:custGeom>
        <a:noFill/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473466" y="707092"/>
        <a:ext cx="27174" cy="5434"/>
      </dsp:txXfrm>
    </dsp:sp>
    <dsp:sp modelId="{30E001D4-0CBB-4995-BE4E-86D5331E69B9}">
      <dsp:nvSpPr>
        <dsp:cNvPr id="0" name=""/>
        <dsp:cNvSpPr/>
      </dsp:nvSpPr>
      <dsp:spPr>
        <a:xfrm>
          <a:off x="3869378" y="901"/>
          <a:ext cx="2363026" cy="1417816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5790" tIns="121542" rIns="115790" bIns="121542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 dirty="0"/>
            <a:t>Reviews class performance analytics showing weak areas in pediatric triage</a:t>
          </a:r>
          <a:endParaRPr lang="en-US" sz="1700" kern="1200" dirty="0"/>
        </a:p>
      </dsp:txBody>
      <dsp:txXfrm>
        <a:off x="3869378" y="901"/>
        <a:ext cx="2363026" cy="1417816"/>
      </dsp:txXfrm>
    </dsp:sp>
    <dsp:sp modelId="{BA953DB7-4FAE-45B7-BD38-D8107BA31758}">
      <dsp:nvSpPr>
        <dsp:cNvPr id="0" name=""/>
        <dsp:cNvSpPr/>
      </dsp:nvSpPr>
      <dsp:spPr>
        <a:xfrm>
          <a:off x="2144369" y="1416917"/>
          <a:ext cx="5813045" cy="512896"/>
        </a:xfrm>
        <a:custGeom>
          <a:avLst/>
          <a:gdLst/>
          <a:ahLst/>
          <a:cxnLst/>
          <a:rect l="0" t="0" r="0" b="0"/>
          <a:pathLst>
            <a:path>
              <a:moveTo>
                <a:pt x="5813045" y="0"/>
              </a:moveTo>
              <a:lnTo>
                <a:pt x="5813045" y="273548"/>
              </a:lnTo>
              <a:lnTo>
                <a:pt x="0" y="273548"/>
              </a:lnTo>
              <a:lnTo>
                <a:pt x="0" y="512896"/>
              </a:lnTo>
            </a:path>
          </a:pathLst>
        </a:custGeom>
        <a:noFill/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904932" y="1670648"/>
        <a:ext cx="291919" cy="5434"/>
      </dsp:txXfrm>
    </dsp:sp>
    <dsp:sp modelId="{3A6A3E98-BB43-4D7D-93ED-FC4C46656D41}">
      <dsp:nvSpPr>
        <dsp:cNvPr id="0" name=""/>
        <dsp:cNvSpPr/>
      </dsp:nvSpPr>
      <dsp:spPr>
        <a:xfrm>
          <a:off x="6775901" y="901"/>
          <a:ext cx="2363026" cy="1417816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5790" tIns="121542" rIns="115790" bIns="121542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Selects “Assign Custom Scenarios” for targeted practice</a:t>
          </a:r>
        </a:p>
      </dsp:txBody>
      <dsp:txXfrm>
        <a:off x="6775901" y="901"/>
        <a:ext cx="2363026" cy="1417816"/>
      </dsp:txXfrm>
    </dsp:sp>
    <dsp:sp modelId="{C71FC85D-48FE-4585-BA49-E502EFE4EFF5}">
      <dsp:nvSpPr>
        <dsp:cNvPr id="0" name=""/>
        <dsp:cNvSpPr/>
      </dsp:nvSpPr>
      <dsp:spPr>
        <a:xfrm>
          <a:off x="3324082" y="2625402"/>
          <a:ext cx="51289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12896" y="45720"/>
              </a:lnTo>
            </a:path>
          </a:pathLst>
        </a:custGeom>
        <a:noFill/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566943" y="2668404"/>
        <a:ext cx="27174" cy="5434"/>
      </dsp:txXfrm>
    </dsp:sp>
    <dsp:sp modelId="{B6FF5D0C-9E64-45AF-8E5E-1F0C22BDF5FD}">
      <dsp:nvSpPr>
        <dsp:cNvPr id="0" name=""/>
        <dsp:cNvSpPr/>
      </dsp:nvSpPr>
      <dsp:spPr>
        <a:xfrm>
          <a:off x="962855" y="1962213"/>
          <a:ext cx="2363026" cy="1417816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5790" tIns="121542" rIns="115790" bIns="121542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 dirty="0"/>
            <a:t>AI suggest: “Based on class data, assign pediatric emergency scenarios?”</a:t>
          </a:r>
          <a:endParaRPr lang="en-US" sz="1700" kern="1200" dirty="0"/>
        </a:p>
      </dsp:txBody>
      <dsp:txXfrm>
        <a:off x="962855" y="1962213"/>
        <a:ext cx="2363026" cy="1417816"/>
      </dsp:txXfrm>
    </dsp:sp>
    <dsp:sp modelId="{A91DB7EB-220C-4AFC-A1ED-D7DF97D561FE}">
      <dsp:nvSpPr>
        <dsp:cNvPr id="0" name=""/>
        <dsp:cNvSpPr/>
      </dsp:nvSpPr>
      <dsp:spPr>
        <a:xfrm>
          <a:off x="6230605" y="2625402"/>
          <a:ext cx="51289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12896" y="45720"/>
              </a:lnTo>
            </a:path>
          </a:pathLst>
        </a:custGeom>
        <a:noFill/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473466" y="2668404"/>
        <a:ext cx="27174" cy="5434"/>
      </dsp:txXfrm>
    </dsp:sp>
    <dsp:sp modelId="{6642539C-E20C-4CD4-A735-38D5E2746592}">
      <dsp:nvSpPr>
        <dsp:cNvPr id="0" name=""/>
        <dsp:cNvSpPr/>
      </dsp:nvSpPr>
      <dsp:spPr>
        <a:xfrm>
          <a:off x="3869378" y="1962213"/>
          <a:ext cx="2363026" cy="1417816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5790" tIns="121542" rIns="115790" bIns="121542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 dirty="0"/>
            <a:t>Emma customizes scenario parameters (difficulty, patient count, time pressure)</a:t>
          </a:r>
          <a:endParaRPr lang="en-US" sz="1700" kern="1200" dirty="0"/>
        </a:p>
      </dsp:txBody>
      <dsp:txXfrm>
        <a:off x="3869378" y="1962213"/>
        <a:ext cx="2363026" cy="1417816"/>
      </dsp:txXfrm>
    </dsp:sp>
    <dsp:sp modelId="{1ADB7133-9B36-431D-8798-36CD6BEB222F}">
      <dsp:nvSpPr>
        <dsp:cNvPr id="0" name=""/>
        <dsp:cNvSpPr/>
      </dsp:nvSpPr>
      <dsp:spPr>
        <a:xfrm>
          <a:off x="2174497" y="3378230"/>
          <a:ext cx="5782917" cy="513797"/>
        </a:xfrm>
        <a:custGeom>
          <a:avLst/>
          <a:gdLst/>
          <a:ahLst/>
          <a:cxnLst/>
          <a:rect l="0" t="0" r="0" b="0"/>
          <a:pathLst>
            <a:path>
              <a:moveTo>
                <a:pt x="5782917" y="0"/>
              </a:moveTo>
              <a:lnTo>
                <a:pt x="5782917" y="273998"/>
              </a:lnTo>
              <a:lnTo>
                <a:pt x="0" y="273998"/>
              </a:lnTo>
              <a:lnTo>
                <a:pt x="0" y="513797"/>
              </a:lnTo>
            </a:path>
          </a:pathLst>
        </a:custGeom>
        <a:noFill/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920744" y="3632411"/>
        <a:ext cx="290424" cy="5434"/>
      </dsp:txXfrm>
    </dsp:sp>
    <dsp:sp modelId="{9E16DD13-2287-4B52-A51C-D4DED0D1989B}">
      <dsp:nvSpPr>
        <dsp:cNvPr id="0" name=""/>
        <dsp:cNvSpPr/>
      </dsp:nvSpPr>
      <dsp:spPr>
        <a:xfrm>
          <a:off x="6775901" y="1962213"/>
          <a:ext cx="2363026" cy="1417816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5790" tIns="121542" rIns="115790" bIns="121542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 dirty="0"/>
            <a:t>AI generated scenario bank with protocol citations and learning objectives</a:t>
          </a:r>
          <a:endParaRPr lang="en-US" sz="1700" kern="1200" dirty="0"/>
        </a:p>
      </dsp:txBody>
      <dsp:txXfrm>
        <a:off x="6775901" y="1962213"/>
        <a:ext cx="2363026" cy="1417816"/>
      </dsp:txXfrm>
    </dsp:sp>
    <dsp:sp modelId="{5C6BF370-3CE7-42A4-8605-407A70261FBE}">
      <dsp:nvSpPr>
        <dsp:cNvPr id="0" name=""/>
        <dsp:cNvSpPr/>
      </dsp:nvSpPr>
      <dsp:spPr>
        <a:xfrm>
          <a:off x="3354211" y="4586714"/>
          <a:ext cx="482767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6621"/>
              </a:moveTo>
              <a:lnTo>
                <a:pt x="258483" y="46621"/>
              </a:lnTo>
              <a:lnTo>
                <a:pt x="258483" y="45720"/>
              </a:lnTo>
              <a:lnTo>
                <a:pt x="482767" y="45720"/>
              </a:lnTo>
            </a:path>
          </a:pathLst>
        </a:custGeom>
        <a:noFill/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582760" y="4629716"/>
        <a:ext cx="25668" cy="5434"/>
      </dsp:txXfrm>
    </dsp:sp>
    <dsp:sp modelId="{C8B51351-2E13-4C24-8717-8599FD379F2A}">
      <dsp:nvSpPr>
        <dsp:cNvPr id="0" name=""/>
        <dsp:cNvSpPr/>
      </dsp:nvSpPr>
      <dsp:spPr>
        <a:xfrm>
          <a:off x="992984" y="3924427"/>
          <a:ext cx="2363026" cy="1417816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5790" tIns="121542" rIns="115790" bIns="121542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Emma reviews and approves scenarios for assignments</a:t>
          </a:r>
        </a:p>
      </dsp:txBody>
      <dsp:txXfrm>
        <a:off x="992984" y="3924427"/>
        <a:ext cx="2363026" cy="1417816"/>
      </dsp:txXfrm>
    </dsp:sp>
    <dsp:sp modelId="{FE85F390-3FC2-4819-934D-F47C24967753}">
      <dsp:nvSpPr>
        <dsp:cNvPr id="0" name=""/>
        <dsp:cNvSpPr/>
      </dsp:nvSpPr>
      <dsp:spPr>
        <a:xfrm>
          <a:off x="6230605" y="4586714"/>
          <a:ext cx="51289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12896" y="45720"/>
              </a:lnTo>
            </a:path>
          </a:pathLst>
        </a:custGeom>
        <a:noFill/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473466" y="4629716"/>
        <a:ext cx="27174" cy="5434"/>
      </dsp:txXfrm>
    </dsp:sp>
    <dsp:sp modelId="{D7C4C440-763F-406E-A0A1-56D286F7E835}">
      <dsp:nvSpPr>
        <dsp:cNvPr id="0" name=""/>
        <dsp:cNvSpPr/>
      </dsp:nvSpPr>
      <dsp:spPr>
        <a:xfrm>
          <a:off x="3869378" y="3923526"/>
          <a:ext cx="2363026" cy="1417816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5790" tIns="121542" rIns="115790" bIns="121542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 dirty="0"/>
            <a:t>Students receive targeted practice assignments with Emma’s feedback enabled</a:t>
          </a:r>
          <a:endParaRPr lang="en-US" sz="1700" kern="1200" dirty="0"/>
        </a:p>
      </dsp:txBody>
      <dsp:txXfrm>
        <a:off x="3869378" y="3923526"/>
        <a:ext cx="2363026" cy="1417816"/>
      </dsp:txXfrm>
    </dsp:sp>
    <dsp:sp modelId="{E7D0A2CF-D41F-4F94-9279-54FF0037C60B}">
      <dsp:nvSpPr>
        <dsp:cNvPr id="0" name=""/>
        <dsp:cNvSpPr/>
      </dsp:nvSpPr>
      <dsp:spPr>
        <a:xfrm>
          <a:off x="6775901" y="3935726"/>
          <a:ext cx="2525248" cy="1393415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5790" tIns="121542" rIns="115790" bIns="121542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 dirty="0"/>
            <a:t>Real-time progress monitoring shows student improvement in weak areas</a:t>
          </a:r>
          <a:endParaRPr lang="en-US" sz="1700" kern="1200" dirty="0"/>
        </a:p>
      </dsp:txBody>
      <dsp:txXfrm>
        <a:off x="6775901" y="3935726"/>
        <a:ext cx="2525248" cy="1393415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1A4883B-AFC8-4854-8592-CE280B0E2DED}">
      <dsp:nvSpPr>
        <dsp:cNvPr id="0" name=""/>
        <dsp:cNvSpPr/>
      </dsp:nvSpPr>
      <dsp:spPr>
        <a:xfrm>
          <a:off x="3405193" y="664089"/>
          <a:ext cx="51289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12896" y="45720"/>
              </a:lnTo>
            </a:path>
          </a:pathLst>
        </a:custGeom>
        <a:noFill/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648054" y="707092"/>
        <a:ext cx="27174" cy="5434"/>
      </dsp:txXfrm>
    </dsp:sp>
    <dsp:sp modelId="{A7A297EA-6A03-47FC-B46E-044FF410E0A5}">
      <dsp:nvSpPr>
        <dsp:cNvPr id="0" name=""/>
        <dsp:cNvSpPr/>
      </dsp:nvSpPr>
      <dsp:spPr>
        <a:xfrm>
          <a:off x="1043966" y="901"/>
          <a:ext cx="2363026" cy="1417816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5790" tIns="121542" rIns="115790" bIns="121542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 dirty="0"/>
            <a:t>[Start] Student encounters unfamiliar medication during a scenario</a:t>
          </a:r>
          <a:endParaRPr lang="en-US" sz="1700" kern="1200" dirty="0"/>
        </a:p>
      </dsp:txBody>
      <dsp:txXfrm>
        <a:off x="1043966" y="901"/>
        <a:ext cx="2363026" cy="1417816"/>
      </dsp:txXfrm>
    </dsp:sp>
    <dsp:sp modelId="{38A7CBEF-7590-4852-AA04-D2F4B3F87295}">
      <dsp:nvSpPr>
        <dsp:cNvPr id="0" name=""/>
        <dsp:cNvSpPr/>
      </dsp:nvSpPr>
      <dsp:spPr>
        <a:xfrm>
          <a:off x="6311716" y="664089"/>
          <a:ext cx="51289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12896" y="45720"/>
              </a:lnTo>
            </a:path>
          </a:pathLst>
        </a:custGeom>
        <a:noFill/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554577" y="707092"/>
        <a:ext cx="27174" cy="5434"/>
      </dsp:txXfrm>
    </dsp:sp>
    <dsp:sp modelId="{9DFBCA04-2E83-4549-9A45-6BB918568D2F}">
      <dsp:nvSpPr>
        <dsp:cNvPr id="0" name=""/>
        <dsp:cNvSpPr/>
      </dsp:nvSpPr>
      <dsp:spPr>
        <a:xfrm>
          <a:off x="3950489" y="901"/>
          <a:ext cx="2363026" cy="1417816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5790" tIns="121542" rIns="115790" bIns="121542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Pauses scenario, selects” Reference Library”</a:t>
          </a:r>
        </a:p>
      </dsp:txBody>
      <dsp:txXfrm>
        <a:off x="3950489" y="901"/>
        <a:ext cx="2363026" cy="1417816"/>
      </dsp:txXfrm>
    </dsp:sp>
    <dsp:sp modelId="{BA953DB7-4FAE-45B7-BD38-D8107BA31758}">
      <dsp:nvSpPr>
        <dsp:cNvPr id="0" name=""/>
        <dsp:cNvSpPr/>
      </dsp:nvSpPr>
      <dsp:spPr>
        <a:xfrm>
          <a:off x="2225480" y="1416917"/>
          <a:ext cx="5813045" cy="512896"/>
        </a:xfrm>
        <a:custGeom>
          <a:avLst/>
          <a:gdLst/>
          <a:ahLst/>
          <a:cxnLst/>
          <a:rect l="0" t="0" r="0" b="0"/>
          <a:pathLst>
            <a:path>
              <a:moveTo>
                <a:pt x="5813045" y="0"/>
              </a:moveTo>
              <a:lnTo>
                <a:pt x="5813045" y="273548"/>
              </a:lnTo>
              <a:lnTo>
                <a:pt x="0" y="273548"/>
              </a:lnTo>
              <a:lnTo>
                <a:pt x="0" y="512896"/>
              </a:lnTo>
            </a:path>
          </a:pathLst>
        </a:custGeom>
        <a:noFill/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986043" y="1670648"/>
        <a:ext cx="291919" cy="5434"/>
      </dsp:txXfrm>
    </dsp:sp>
    <dsp:sp modelId="{3A6A3E98-BB43-4D7D-93ED-FC4C46656D41}">
      <dsp:nvSpPr>
        <dsp:cNvPr id="0" name=""/>
        <dsp:cNvSpPr/>
      </dsp:nvSpPr>
      <dsp:spPr>
        <a:xfrm>
          <a:off x="6857012" y="901"/>
          <a:ext cx="2363026" cy="1417816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5790" tIns="121542" rIns="115790" bIns="121542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AI-powered search: Student types “epinephrine pediatric dosing”</a:t>
          </a:r>
        </a:p>
      </dsp:txBody>
      <dsp:txXfrm>
        <a:off x="6857012" y="901"/>
        <a:ext cx="2363026" cy="1417816"/>
      </dsp:txXfrm>
    </dsp:sp>
    <dsp:sp modelId="{C71FC85D-48FE-4585-BA49-E502EFE4EFF5}">
      <dsp:nvSpPr>
        <dsp:cNvPr id="0" name=""/>
        <dsp:cNvSpPr/>
      </dsp:nvSpPr>
      <dsp:spPr>
        <a:xfrm>
          <a:off x="3405193" y="2625402"/>
          <a:ext cx="51289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12896" y="45720"/>
              </a:lnTo>
            </a:path>
          </a:pathLst>
        </a:custGeom>
        <a:noFill/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648054" y="2668404"/>
        <a:ext cx="27174" cy="5434"/>
      </dsp:txXfrm>
    </dsp:sp>
    <dsp:sp modelId="{B6FF5D0C-9E64-45AF-8E5E-1F0C22BDF5FD}">
      <dsp:nvSpPr>
        <dsp:cNvPr id="0" name=""/>
        <dsp:cNvSpPr/>
      </dsp:nvSpPr>
      <dsp:spPr>
        <a:xfrm>
          <a:off x="1043966" y="1962213"/>
          <a:ext cx="2363026" cy="1417816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5790" tIns="121542" rIns="115790" bIns="121542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System returns relevant protocol sections with visual aids</a:t>
          </a:r>
        </a:p>
      </dsp:txBody>
      <dsp:txXfrm>
        <a:off x="1043966" y="1962213"/>
        <a:ext cx="2363026" cy="1417816"/>
      </dsp:txXfrm>
    </dsp:sp>
    <dsp:sp modelId="{A91DB7EB-220C-4AFC-A1ED-D7DF97D561FE}">
      <dsp:nvSpPr>
        <dsp:cNvPr id="0" name=""/>
        <dsp:cNvSpPr/>
      </dsp:nvSpPr>
      <dsp:spPr>
        <a:xfrm>
          <a:off x="6311716" y="2625402"/>
          <a:ext cx="51289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12896" y="45720"/>
              </a:lnTo>
            </a:path>
          </a:pathLst>
        </a:custGeom>
        <a:noFill/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554577" y="2668404"/>
        <a:ext cx="27174" cy="5434"/>
      </dsp:txXfrm>
    </dsp:sp>
    <dsp:sp modelId="{6642539C-E20C-4CD4-A735-38D5E2746592}">
      <dsp:nvSpPr>
        <dsp:cNvPr id="0" name=""/>
        <dsp:cNvSpPr/>
      </dsp:nvSpPr>
      <dsp:spPr>
        <a:xfrm>
          <a:off x="3950489" y="1962213"/>
          <a:ext cx="2363026" cy="1417816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5790" tIns="121542" rIns="115790" bIns="121542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Student review information with Ai highlighting key points</a:t>
          </a:r>
        </a:p>
      </dsp:txBody>
      <dsp:txXfrm>
        <a:off x="3950489" y="1962213"/>
        <a:ext cx="2363026" cy="1417816"/>
      </dsp:txXfrm>
    </dsp:sp>
    <dsp:sp modelId="{1ADB7133-9B36-431D-8798-36CD6BEB222F}">
      <dsp:nvSpPr>
        <dsp:cNvPr id="0" name=""/>
        <dsp:cNvSpPr/>
      </dsp:nvSpPr>
      <dsp:spPr>
        <a:xfrm>
          <a:off x="2255608" y="3378230"/>
          <a:ext cx="5782917" cy="513797"/>
        </a:xfrm>
        <a:custGeom>
          <a:avLst/>
          <a:gdLst/>
          <a:ahLst/>
          <a:cxnLst/>
          <a:rect l="0" t="0" r="0" b="0"/>
          <a:pathLst>
            <a:path>
              <a:moveTo>
                <a:pt x="5782917" y="0"/>
              </a:moveTo>
              <a:lnTo>
                <a:pt x="5782917" y="273998"/>
              </a:lnTo>
              <a:lnTo>
                <a:pt x="0" y="273998"/>
              </a:lnTo>
              <a:lnTo>
                <a:pt x="0" y="513797"/>
              </a:lnTo>
            </a:path>
          </a:pathLst>
        </a:custGeom>
        <a:noFill/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001855" y="3632411"/>
        <a:ext cx="290424" cy="5434"/>
      </dsp:txXfrm>
    </dsp:sp>
    <dsp:sp modelId="{9E16DD13-2287-4B52-A51C-D4DED0D1989B}">
      <dsp:nvSpPr>
        <dsp:cNvPr id="0" name=""/>
        <dsp:cNvSpPr/>
      </dsp:nvSpPr>
      <dsp:spPr>
        <a:xfrm>
          <a:off x="6857012" y="1962213"/>
          <a:ext cx="2363026" cy="1417816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5790" tIns="121542" rIns="115790" bIns="121542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 dirty="0"/>
            <a:t>AI asks: “Ready to return to your scenario with this knowledge?”</a:t>
          </a:r>
          <a:endParaRPr lang="en-US" sz="1700" kern="1200" dirty="0"/>
        </a:p>
      </dsp:txBody>
      <dsp:txXfrm>
        <a:off x="6857012" y="1962213"/>
        <a:ext cx="2363026" cy="1417816"/>
      </dsp:txXfrm>
    </dsp:sp>
    <dsp:sp modelId="{5C6BF370-3CE7-42A4-8605-407A70261FBE}">
      <dsp:nvSpPr>
        <dsp:cNvPr id="0" name=""/>
        <dsp:cNvSpPr/>
      </dsp:nvSpPr>
      <dsp:spPr>
        <a:xfrm>
          <a:off x="3435322" y="4586714"/>
          <a:ext cx="482767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6621"/>
              </a:moveTo>
              <a:lnTo>
                <a:pt x="258483" y="46621"/>
              </a:lnTo>
              <a:lnTo>
                <a:pt x="258483" y="45720"/>
              </a:lnTo>
              <a:lnTo>
                <a:pt x="482767" y="45720"/>
              </a:lnTo>
            </a:path>
          </a:pathLst>
        </a:custGeom>
        <a:noFill/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663871" y="4629716"/>
        <a:ext cx="25668" cy="5434"/>
      </dsp:txXfrm>
    </dsp:sp>
    <dsp:sp modelId="{C8B51351-2E13-4C24-8717-8599FD379F2A}">
      <dsp:nvSpPr>
        <dsp:cNvPr id="0" name=""/>
        <dsp:cNvSpPr/>
      </dsp:nvSpPr>
      <dsp:spPr>
        <a:xfrm>
          <a:off x="1074095" y="3924427"/>
          <a:ext cx="2363026" cy="1417816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5790" tIns="121542" rIns="115790" bIns="121542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Student resumes scenario with new understanding</a:t>
          </a:r>
        </a:p>
      </dsp:txBody>
      <dsp:txXfrm>
        <a:off x="1074095" y="3924427"/>
        <a:ext cx="2363026" cy="1417816"/>
      </dsp:txXfrm>
    </dsp:sp>
    <dsp:sp modelId="{D7C4C440-763F-406E-A0A1-56D286F7E835}">
      <dsp:nvSpPr>
        <dsp:cNvPr id="0" name=""/>
        <dsp:cNvSpPr/>
      </dsp:nvSpPr>
      <dsp:spPr>
        <a:xfrm>
          <a:off x="3950489" y="3923526"/>
          <a:ext cx="2363026" cy="1417816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5790" tIns="121542" rIns="115790" bIns="121542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AI tracks knowledge gap closure for future recommendations</a:t>
          </a:r>
        </a:p>
      </dsp:txBody>
      <dsp:txXfrm>
        <a:off x="3950489" y="3923526"/>
        <a:ext cx="2363026" cy="1417816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1A4883B-AFC8-4854-8592-CE280B0E2DED}">
      <dsp:nvSpPr>
        <dsp:cNvPr id="0" name=""/>
        <dsp:cNvSpPr/>
      </dsp:nvSpPr>
      <dsp:spPr>
        <a:xfrm>
          <a:off x="2320190" y="1759333"/>
          <a:ext cx="502959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02959" y="45720"/>
              </a:lnTo>
            </a:path>
          </a:pathLst>
        </a:custGeom>
        <a:noFill/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558331" y="1802385"/>
        <a:ext cx="26677" cy="5335"/>
      </dsp:txXfrm>
    </dsp:sp>
    <dsp:sp modelId="{A7A297EA-6A03-47FC-B46E-044FF410E0A5}">
      <dsp:nvSpPr>
        <dsp:cNvPr id="0" name=""/>
        <dsp:cNvSpPr/>
      </dsp:nvSpPr>
      <dsp:spPr>
        <a:xfrm>
          <a:off x="2165" y="1109105"/>
          <a:ext cx="2319824" cy="1391894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3673" tIns="119320" rIns="113673" bIns="11932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 dirty="0"/>
            <a:t>[Start] AI recommends “Advanced Trauma Scenarios” based on performance</a:t>
          </a:r>
          <a:endParaRPr lang="en-US" sz="1300" kern="1200" dirty="0"/>
        </a:p>
      </dsp:txBody>
      <dsp:txXfrm>
        <a:off x="2165" y="1109105"/>
        <a:ext cx="2319824" cy="1391894"/>
      </dsp:txXfrm>
    </dsp:sp>
    <dsp:sp modelId="{38A7CBEF-7590-4852-AA04-D2F4B3F87295}">
      <dsp:nvSpPr>
        <dsp:cNvPr id="0" name=""/>
        <dsp:cNvSpPr/>
      </dsp:nvSpPr>
      <dsp:spPr>
        <a:xfrm>
          <a:off x="5173575" y="1759333"/>
          <a:ext cx="502959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02959" y="45720"/>
              </a:lnTo>
            </a:path>
          </a:pathLst>
        </a:custGeom>
        <a:noFill/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411716" y="1802385"/>
        <a:ext cx="26677" cy="5335"/>
      </dsp:txXfrm>
    </dsp:sp>
    <dsp:sp modelId="{9DFBCA04-2E83-4549-9A45-6BB918568D2F}">
      <dsp:nvSpPr>
        <dsp:cNvPr id="0" name=""/>
        <dsp:cNvSpPr/>
      </dsp:nvSpPr>
      <dsp:spPr>
        <a:xfrm>
          <a:off x="2855550" y="1109105"/>
          <a:ext cx="2319824" cy="1391894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3673" tIns="119320" rIns="113673" bIns="11932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Student feels overwhelmed, selects “Modify Recommendations”</a:t>
          </a:r>
        </a:p>
      </dsp:txBody>
      <dsp:txXfrm>
        <a:off x="2855550" y="1109105"/>
        <a:ext cx="2319824" cy="1391894"/>
      </dsp:txXfrm>
    </dsp:sp>
    <dsp:sp modelId="{C71FC85D-48FE-4585-BA49-E502EFE4EFF5}">
      <dsp:nvSpPr>
        <dsp:cNvPr id="0" name=""/>
        <dsp:cNvSpPr/>
      </dsp:nvSpPr>
      <dsp:spPr>
        <a:xfrm>
          <a:off x="1162078" y="2709856"/>
          <a:ext cx="5963620" cy="502959"/>
        </a:xfrm>
        <a:custGeom>
          <a:avLst/>
          <a:gdLst/>
          <a:ahLst/>
          <a:cxnLst/>
          <a:rect l="0" t="0" r="0" b="0"/>
          <a:pathLst>
            <a:path>
              <a:moveTo>
                <a:pt x="5963620" y="0"/>
              </a:moveTo>
              <a:lnTo>
                <a:pt x="5963620" y="268579"/>
              </a:lnTo>
              <a:lnTo>
                <a:pt x="0" y="268579"/>
              </a:lnTo>
              <a:lnTo>
                <a:pt x="0" y="502959"/>
              </a:lnTo>
            </a:path>
          </a:pathLst>
        </a:custGeom>
        <a:noFill/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994202" y="2958669"/>
        <a:ext cx="299372" cy="5335"/>
      </dsp:txXfrm>
    </dsp:sp>
    <dsp:sp modelId="{B6FF5D0C-9E64-45AF-8E5E-1F0C22BDF5FD}">
      <dsp:nvSpPr>
        <dsp:cNvPr id="0" name=""/>
        <dsp:cNvSpPr/>
      </dsp:nvSpPr>
      <dsp:spPr>
        <a:xfrm>
          <a:off x="5708934" y="898449"/>
          <a:ext cx="2833526" cy="1813207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3673" tIns="119320" rIns="113673" bIns="11932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User Control Panel appears with options:  </a:t>
          </a:r>
        </a:p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300" kern="1200" dirty="0"/>
        </a:p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-Adjust difficulty level   </a:t>
          </a:r>
        </a:p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-Change scenario type   </a:t>
          </a:r>
        </a:p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-Set time preferences   </a:t>
          </a:r>
        </a:p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-Request confidence-building focus</a:t>
          </a:r>
        </a:p>
      </dsp:txBody>
      <dsp:txXfrm>
        <a:off x="5708934" y="898449"/>
        <a:ext cx="2833526" cy="1813207"/>
      </dsp:txXfrm>
    </dsp:sp>
    <dsp:sp modelId="{4750066E-95F8-4773-A41D-0227689A2062}">
      <dsp:nvSpPr>
        <dsp:cNvPr id="0" name=""/>
        <dsp:cNvSpPr/>
      </dsp:nvSpPr>
      <dsp:spPr>
        <a:xfrm>
          <a:off x="2320190" y="3895444"/>
          <a:ext cx="502959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02959" y="45720"/>
              </a:lnTo>
            </a:path>
          </a:pathLst>
        </a:custGeom>
        <a:noFill/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558331" y="3938496"/>
        <a:ext cx="26677" cy="5335"/>
      </dsp:txXfrm>
    </dsp:sp>
    <dsp:sp modelId="{605B6733-59EE-4656-B424-1DD73DAC08E2}">
      <dsp:nvSpPr>
        <dsp:cNvPr id="0" name=""/>
        <dsp:cNvSpPr/>
      </dsp:nvSpPr>
      <dsp:spPr>
        <a:xfrm>
          <a:off x="2165" y="3245216"/>
          <a:ext cx="2319824" cy="1391894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3673" tIns="119320" rIns="113673" bIns="11932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Student adjusts to “Intermediate Single-Patient scenarios”</a:t>
          </a:r>
        </a:p>
      </dsp:txBody>
      <dsp:txXfrm>
        <a:off x="2165" y="3245216"/>
        <a:ext cx="2319824" cy="1391894"/>
      </dsp:txXfrm>
    </dsp:sp>
    <dsp:sp modelId="{A91DB7EB-220C-4AFC-A1ED-D7DF97D561FE}">
      <dsp:nvSpPr>
        <dsp:cNvPr id="0" name=""/>
        <dsp:cNvSpPr/>
      </dsp:nvSpPr>
      <dsp:spPr>
        <a:xfrm>
          <a:off x="5173575" y="3895444"/>
          <a:ext cx="502959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02959" y="45720"/>
              </a:lnTo>
            </a:path>
          </a:pathLst>
        </a:custGeom>
        <a:noFill/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411716" y="3938496"/>
        <a:ext cx="26677" cy="5335"/>
      </dsp:txXfrm>
    </dsp:sp>
    <dsp:sp modelId="{6642539C-E20C-4CD4-A735-38D5E2746592}">
      <dsp:nvSpPr>
        <dsp:cNvPr id="0" name=""/>
        <dsp:cNvSpPr/>
      </dsp:nvSpPr>
      <dsp:spPr>
        <a:xfrm>
          <a:off x="2855550" y="3245216"/>
          <a:ext cx="2319824" cy="1391894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3673" tIns="119320" rIns="113673" bIns="11932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AI acknowledges: “I’ve updated your recommendation, Building confidence first is smart.”</a:t>
          </a:r>
        </a:p>
      </dsp:txBody>
      <dsp:txXfrm>
        <a:off x="2855550" y="3245216"/>
        <a:ext cx="2319824" cy="1391894"/>
      </dsp:txXfrm>
    </dsp:sp>
    <dsp:sp modelId="{1ADB7133-9B36-431D-8798-36CD6BEB222F}">
      <dsp:nvSpPr>
        <dsp:cNvPr id="0" name=""/>
        <dsp:cNvSpPr/>
      </dsp:nvSpPr>
      <dsp:spPr>
        <a:xfrm>
          <a:off x="8026959" y="3895444"/>
          <a:ext cx="50512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69662" y="45720"/>
              </a:lnTo>
              <a:lnTo>
                <a:pt x="269662" y="50577"/>
              </a:lnTo>
              <a:lnTo>
                <a:pt x="505125" y="50577"/>
              </a:lnTo>
            </a:path>
          </a:pathLst>
        </a:custGeom>
        <a:noFill/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8266128" y="3938496"/>
        <a:ext cx="26787" cy="5335"/>
      </dsp:txXfrm>
    </dsp:sp>
    <dsp:sp modelId="{9E16DD13-2287-4B52-A51C-D4DED0D1989B}">
      <dsp:nvSpPr>
        <dsp:cNvPr id="0" name=""/>
        <dsp:cNvSpPr/>
      </dsp:nvSpPr>
      <dsp:spPr>
        <a:xfrm>
          <a:off x="5708934" y="3245216"/>
          <a:ext cx="2319824" cy="1391894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3673" tIns="119320" rIns="113673" bIns="11932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 dirty="0"/>
            <a:t>Modified scenario generated matching student preference</a:t>
          </a:r>
          <a:endParaRPr lang="en-US" sz="1300" kern="1200" dirty="0"/>
        </a:p>
      </dsp:txBody>
      <dsp:txXfrm>
        <a:off x="5708934" y="3245216"/>
        <a:ext cx="2319824" cy="1391894"/>
      </dsp:txXfrm>
    </dsp:sp>
    <dsp:sp modelId="{C8B51351-2E13-4C24-8717-8599FD379F2A}">
      <dsp:nvSpPr>
        <dsp:cNvPr id="0" name=""/>
        <dsp:cNvSpPr/>
      </dsp:nvSpPr>
      <dsp:spPr>
        <a:xfrm>
          <a:off x="8564485" y="3250074"/>
          <a:ext cx="2319824" cy="1391894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3673" tIns="119320" rIns="113673" bIns="11932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System learn from user feedback for future recommendations</a:t>
          </a:r>
        </a:p>
      </dsp:txBody>
      <dsp:txXfrm>
        <a:off x="8564485" y="3250074"/>
        <a:ext cx="2319824" cy="139189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36" name="Google Shape;23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g38120339156_2_1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23" name="Google Shape;523;g38120339156_2_1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1">
          <a:extLst>
            <a:ext uri="{FF2B5EF4-FFF2-40B4-BE49-F238E27FC236}">
              <a16:creationId xmlns:a16="http://schemas.microsoft.com/office/drawing/2014/main" id="{7E26ED1B-56F1-D722-06C2-16BF5CE23F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g38120339156_2_125:notes">
            <a:extLst>
              <a:ext uri="{FF2B5EF4-FFF2-40B4-BE49-F238E27FC236}">
                <a16:creationId xmlns:a16="http://schemas.microsoft.com/office/drawing/2014/main" id="{E9B22A0B-88A7-83B9-A6DE-509C45E16FF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23" name="Google Shape;523;g38120339156_2_125:notes">
            <a:extLst>
              <a:ext uri="{FF2B5EF4-FFF2-40B4-BE49-F238E27FC236}">
                <a16:creationId xmlns:a16="http://schemas.microsoft.com/office/drawing/2014/main" id="{F39A9A61-A632-7DE8-1BE4-670A22F51D0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1517301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38120339156_2_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8" name="Google Shape;338;g38120339156_2_5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" name="Google Shape;339;g38120339156_2_5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g3813dfa48ab_3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7" name="Google Shape;347;g3813dfa48ab_3_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8" name="Google Shape;348;g3813dfa48ab_3_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5">
          <a:extLst>
            <a:ext uri="{FF2B5EF4-FFF2-40B4-BE49-F238E27FC236}">
              <a16:creationId xmlns:a16="http://schemas.microsoft.com/office/drawing/2014/main" id="{FC7D9D43-CB7E-D072-D98E-809779CF6F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g3813dfa48ab_3_4:notes">
            <a:extLst>
              <a:ext uri="{FF2B5EF4-FFF2-40B4-BE49-F238E27FC236}">
                <a16:creationId xmlns:a16="http://schemas.microsoft.com/office/drawing/2014/main" id="{D0BF4C81-E411-3587-7B4C-810FEE7BDD1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7" name="Google Shape;347;g3813dfa48ab_3_4:notes">
            <a:extLst>
              <a:ext uri="{FF2B5EF4-FFF2-40B4-BE49-F238E27FC236}">
                <a16:creationId xmlns:a16="http://schemas.microsoft.com/office/drawing/2014/main" id="{5629F552-93D7-2B7E-64BF-002662FB6C5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8" name="Google Shape;348;g3813dfa48ab_3_4:notes">
            <a:extLst>
              <a:ext uri="{FF2B5EF4-FFF2-40B4-BE49-F238E27FC236}">
                <a16:creationId xmlns:a16="http://schemas.microsoft.com/office/drawing/2014/main" id="{558F5DFF-FD22-F2F7-8020-F4BF5113DEF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7390515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5">
          <a:extLst>
            <a:ext uri="{FF2B5EF4-FFF2-40B4-BE49-F238E27FC236}">
              <a16:creationId xmlns:a16="http://schemas.microsoft.com/office/drawing/2014/main" id="{FAF24CD1-42E5-D064-840B-8974C8744D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g3813dfa48ab_3_4:notes">
            <a:extLst>
              <a:ext uri="{FF2B5EF4-FFF2-40B4-BE49-F238E27FC236}">
                <a16:creationId xmlns:a16="http://schemas.microsoft.com/office/drawing/2014/main" id="{09234056-6BCE-11FF-C0A0-D1FA0B6B716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7" name="Google Shape;347;g3813dfa48ab_3_4:notes">
            <a:extLst>
              <a:ext uri="{FF2B5EF4-FFF2-40B4-BE49-F238E27FC236}">
                <a16:creationId xmlns:a16="http://schemas.microsoft.com/office/drawing/2014/main" id="{D0C9161A-152E-B1F4-E4F4-9363ACE1231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8" name="Google Shape;348;g3813dfa48ab_3_4:notes">
            <a:extLst>
              <a:ext uri="{FF2B5EF4-FFF2-40B4-BE49-F238E27FC236}">
                <a16:creationId xmlns:a16="http://schemas.microsoft.com/office/drawing/2014/main" id="{AB6B7A9C-5F4D-7AF8-48DC-AF2EF6256A1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9297875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5">
          <a:extLst>
            <a:ext uri="{FF2B5EF4-FFF2-40B4-BE49-F238E27FC236}">
              <a16:creationId xmlns:a16="http://schemas.microsoft.com/office/drawing/2014/main" id="{3A7352EC-99D8-CCDF-3000-AEE60C44DA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g3813dfa48ab_3_4:notes">
            <a:extLst>
              <a:ext uri="{FF2B5EF4-FFF2-40B4-BE49-F238E27FC236}">
                <a16:creationId xmlns:a16="http://schemas.microsoft.com/office/drawing/2014/main" id="{D85FB2E0-C7A6-B78B-E1DC-12A1F8778E4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7" name="Google Shape;347;g3813dfa48ab_3_4:notes">
            <a:extLst>
              <a:ext uri="{FF2B5EF4-FFF2-40B4-BE49-F238E27FC236}">
                <a16:creationId xmlns:a16="http://schemas.microsoft.com/office/drawing/2014/main" id="{96C9962C-CCC4-36C2-126E-E75E5C76478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8" name="Google Shape;348;g3813dfa48ab_3_4:notes">
            <a:extLst>
              <a:ext uri="{FF2B5EF4-FFF2-40B4-BE49-F238E27FC236}">
                <a16:creationId xmlns:a16="http://schemas.microsoft.com/office/drawing/2014/main" id="{8E66FF88-4126-0C4D-76E0-AD7E9A491A1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0088636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g380cf0fe5f5_0_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36" name="Google Shape;536;g380cf0fe5f5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49" name="Google Shape;54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g38120339156_2_4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55" name="Google Shape;555;g38120339156_2_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1">
          <a:extLst>
            <a:ext uri="{FF2B5EF4-FFF2-40B4-BE49-F238E27FC236}">
              <a16:creationId xmlns:a16="http://schemas.microsoft.com/office/drawing/2014/main" id="{B03B57B9-C5CE-CFBD-FCBC-1D245F6CA5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g38120339156_2_125:notes">
            <a:extLst>
              <a:ext uri="{FF2B5EF4-FFF2-40B4-BE49-F238E27FC236}">
                <a16:creationId xmlns:a16="http://schemas.microsoft.com/office/drawing/2014/main" id="{E9AD407C-3620-654B-DBC4-A4EE612FD7F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23" name="Google Shape;523;g38120339156_2_125:notes">
            <a:extLst>
              <a:ext uri="{FF2B5EF4-FFF2-40B4-BE49-F238E27FC236}">
                <a16:creationId xmlns:a16="http://schemas.microsoft.com/office/drawing/2014/main" id="{874DBB0C-09FB-174E-B138-9F59A93DF29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2150832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Google Shape;57;p19" descr="\\DROBO-FS\QuickDrops\JB\PPTX NG\Droplets\LightingOverlay.png"/>
          <p:cNvPicPr preferRelativeResize="0"/>
          <p:nvPr/>
        </p:nvPicPr>
        <p:blipFill rotWithShape="1">
          <a:blip r:embed="rId2">
            <a:alphaModFix amt="30000"/>
          </a:blip>
          <a:srcRect/>
          <a:stretch/>
        </p:blipFill>
        <p:spPr>
          <a:xfrm>
            <a:off x="0" y="-1"/>
            <a:ext cx="12192003" cy="68580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8" name="Google Shape;58;p19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</p:grpSpPr>
        <p:sp>
          <p:nvSpPr>
            <p:cNvPr id="59" name="Google Shape;59;p19"/>
            <p:cNvSpPr/>
            <p:nvPr/>
          </p:nvSpPr>
          <p:spPr>
            <a:xfrm>
              <a:off x="1209675" y="4763"/>
              <a:ext cx="23813" cy="2181225"/>
            </a:xfrm>
            <a:prstGeom prst="rect">
              <a:avLst/>
            </a:pr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" name="Google Shape;60;p19"/>
            <p:cNvSpPr/>
            <p:nvPr/>
          </p:nvSpPr>
          <p:spPr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l" t="t" r="r" b="b"/>
              <a:pathLst>
                <a:path w="40" h="40" extrusionOk="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" name="Google Shape;61;p19"/>
            <p:cNvSpPr/>
            <p:nvPr/>
          </p:nvSpPr>
          <p:spPr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l" t="t" r="r" b="b"/>
              <a:pathLst>
                <a:path w="40" h="40" extrusionOk="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" name="Google Shape;62;p19"/>
            <p:cNvSpPr/>
            <p:nvPr/>
          </p:nvSpPr>
          <p:spPr>
            <a:xfrm>
              <a:off x="414338" y="9525"/>
              <a:ext cx="28575" cy="4481513"/>
            </a:xfrm>
            <a:prstGeom prst="rect">
              <a:avLst/>
            </a:pr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" name="Google Shape;63;p19"/>
            <p:cNvSpPr/>
            <p:nvPr/>
          </p:nvSpPr>
          <p:spPr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l" t="t" r="r" b="b"/>
              <a:pathLst>
                <a:path w="40" h="40" extrusionOk="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" name="Google Shape;64;p19"/>
            <p:cNvSpPr/>
            <p:nvPr/>
          </p:nvSpPr>
          <p:spPr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l" t="t" r="r" b="b"/>
              <a:pathLst>
                <a:path w="96" h="572" extrusionOk="0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65" name="Google Shape;65;p19"/>
            <p:cNvSpPr/>
            <p:nvPr/>
          </p:nvSpPr>
          <p:spPr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l" t="t" r="r" b="b"/>
              <a:pathLst>
                <a:path w="237" h="1135" extrusionOk="0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66" name="Google Shape;66;p19"/>
            <p:cNvSpPr/>
            <p:nvPr/>
          </p:nvSpPr>
          <p:spPr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l" t="t" r="r" b="b"/>
              <a:pathLst>
                <a:path w="40" h="40" extrusionOk="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" name="Google Shape;67;p19"/>
            <p:cNvSpPr/>
            <p:nvPr/>
          </p:nvSpPr>
          <p:spPr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l" t="t" r="r" b="b"/>
              <a:pathLst>
                <a:path w="234" h="898" extrusionOk="0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68" name="Google Shape;68;p19"/>
            <p:cNvSpPr/>
            <p:nvPr/>
          </p:nvSpPr>
          <p:spPr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l" t="t" r="r" b="b"/>
              <a:pathLst>
                <a:path w="96" h="575" extrusionOk="0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69" name="Google Shape;69;p19"/>
            <p:cNvSpPr/>
            <p:nvPr/>
          </p:nvSpPr>
          <p:spPr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l" t="t" r="r" b="b"/>
              <a:pathLst>
                <a:path w="40" h="40" extrusionOk="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" name="Google Shape;70;p19"/>
            <p:cNvSpPr/>
            <p:nvPr/>
          </p:nvSpPr>
          <p:spPr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l" t="t" r="r" b="b"/>
              <a:pathLst>
                <a:path w="40" h="40" extrusionOk="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" name="Google Shape;71;p19"/>
            <p:cNvSpPr/>
            <p:nvPr/>
          </p:nvSpPr>
          <p:spPr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l" t="t" r="r" b="b"/>
              <a:pathLst>
                <a:path w="264" h="329" extrusionOk="0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72" name="Google Shape;72;p19"/>
            <p:cNvSpPr/>
            <p:nvPr/>
          </p:nvSpPr>
          <p:spPr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l" t="t" r="r" b="b"/>
              <a:pathLst>
                <a:path w="34" h="31" extrusionOk="0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" name="Google Shape;73;p19"/>
            <p:cNvSpPr/>
            <p:nvPr/>
          </p:nvSpPr>
          <p:spPr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l" t="t" r="r" b="b"/>
              <a:pathLst>
                <a:path w="96" h="572" extrusionOk="0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74" name="Google Shape;74;p19"/>
            <p:cNvSpPr/>
            <p:nvPr/>
          </p:nvSpPr>
          <p:spPr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l" t="t" r="r" b="b"/>
              <a:pathLst>
                <a:path w="40" h="40" extrusionOk="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" name="Google Shape;75;p19"/>
            <p:cNvSpPr/>
            <p:nvPr/>
          </p:nvSpPr>
          <p:spPr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l" t="t" r="r" b="b"/>
              <a:pathLst>
                <a:path w="40" h="40" extrusionOk="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" name="Google Shape;76;p19"/>
            <p:cNvSpPr/>
            <p:nvPr/>
          </p:nvSpPr>
          <p:spPr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l" t="t" r="r" b="b"/>
              <a:pathLst>
                <a:path w="213" h="766" extrusionOk="0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77" name="Google Shape;77;p19"/>
            <p:cNvSpPr/>
            <p:nvPr/>
          </p:nvSpPr>
          <p:spPr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l" t="t" r="r" b="b"/>
              <a:pathLst>
                <a:path w="33" h="33" extrusionOk="0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" name="Google Shape;78;p19"/>
            <p:cNvSpPr/>
            <p:nvPr/>
          </p:nvSpPr>
          <p:spPr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l" t="t" r="r" b="b"/>
              <a:pathLst>
                <a:path w="40" h="40" extrusionOk="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" name="Google Shape;79;p19"/>
            <p:cNvSpPr/>
            <p:nvPr/>
          </p:nvSpPr>
          <p:spPr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l" t="t" r="r" b="b"/>
              <a:pathLst>
                <a:path w="84" h="168" extrusionOk="0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80" name="Google Shape;80;p19"/>
            <p:cNvSpPr/>
            <p:nvPr/>
          </p:nvSpPr>
          <p:spPr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l" t="t" r="r" b="b"/>
              <a:pathLst>
                <a:path w="40" h="40" extrusionOk="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" name="Google Shape;81;p19"/>
            <p:cNvSpPr/>
            <p:nvPr/>
          </p:nvSpPr>
          <p:spPr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l" t="t" r="r" b="b"/>
              <a:pathLst>
                <a:path w="84" h="170" extrusionOk="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82" name="Google Shape;82;p19"/>
            <p:cNvSpPr/>
            <p:nvPr/>
          </p:nvSpPr>
          <p:spPr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l" t="t" r="r" b="b"/>
              <a:pathLst>
                <a:path w="40" h="40" extrusionOk="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" name="Google Shape;83;p19"/>
            <p:cNvSpPr/>
            <p:nvPr/>
          </p:nvSpPr>
          <p:spPr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l" t="t" r="r" b="b"/>
              <a:pathLst>
                <a:path w="195" h="982" extrusionOk="0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84" name="Google Shape;84;p19"/>
            <p:cNvSpPr/>
            <p:nvPr/>
          </p:nvSpPr>
          <p:spPr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l" t="t" r="r" b="b"/>
              <a:pathLst>
                <a:path w="40" h="40" extrusionOk="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" name="Google Shape;85;p19"/>
            <p:cNvSpPr/>
            <p:nvPr/>
          </p:nvSpPr>
          <p:spPr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l" t="t" r="r" b="b"/>
              <a:pathLst>
                <a:path w="192" h="1120" extrusionOk="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86" name="Google Shape;86;p19"/>
            <p:cNvSpPr/>
            <p:nvPr/>
          </p:nvSpPr>
          <p:spPr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l" t="t" r="r" b="b"/>
              <a:pathLst>
                <a:path w="40" h="40" extrusionOk="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" name="Google Shape;87;p19"/>
            <p:cNvSpPr/>
            <p:nvPr/>
          </p:nvSpPr>
          <p:spPr>
            <a:xfrm>
              <a:off x="642938" y="6610350"/>
              <a:ext cx="23813" cy="242888"/>
            </a:xfrm>
            <a:prstGeom prst="rect">
              <a:avLst/>
            </a:pr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" name="Google Shape;88;p19"/>
            <p:cNvSpPr/>
            <p:nvPr/>
          </p:nvSpPr>
          <p:spPr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l" t="t" r="r" b="b"/>
              <a:pathLst>
                <a:path w="40" h="40" extrusionOk="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" name="Google Shape;89;p19"/>
            <p:cNvSpPr/>
            <p:nvPr/>
          </p:nvSpPr>
          <p:spPr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l" t="t" r="r" b="b"/>
              <a:pathLst>
                <a:path w="120" h="291" extrusionOk="0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90" name="Google Shape;90;p19"/>
            <p:cNvSpPr/>
            <p:nvPr/>
          </p:nvSpPr>
          <p:spPr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l" t="t" r="r" b="b"/>
              <a:pathLst>
                <a:path w="135" h="476" extrusionOk="0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91" name="Google Shape;91;p19"/>
            <p:cNvSpPr/>
            <p:nvPr/>
          </p:nvSpPr>
          <p:spPr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l" t="t" r="r" b="b"/>
              <a:pathLst>
                <a:path w="35" h="34" extrusionOk="0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" name="Google Shape;92;p19"/>
            <p:cNvSpPr/>
            <p:nvPr/>
          </p:nvSpPr>
          <p:spPr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l" t="t" r="r" b="b"/>
              <a:pathLst>
                <a:path w="402" h="2536" extrusionOk="0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93" name="Google Shape;93;p19"/>
            <p:cNvSpPr/>
            <p:nvPr/>
          </p:nvSpPr>
          <p:spPr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l" t="t" r="r" b="b"/>
              <a:pathLst>
                <a:path w="90" h="300" extrusionOk="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94" name="Google Shape;94;p19"/>
            <p:cNvSpPr/>
            <p:nvPr/>
          </p:nvSpPr>
          <p:spPr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l" t="t" r="r" b="b"/>
              <a:pathLst>
                <a:path w="23" h="23" extrusionOk="0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" name="Google Shape;95;p19"/>
            <p:cNvSpPr/>
            <p:nvPr/>
          </p:nvSpPr>
          <p:spPr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l" t="t" r="r" b="b"/>
              <a:pathLst>
                <a:path w="90" h="299" extrusionOk="0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96" name="Google Shape;96;p19"/>
            <p:cNvSpPr/>
            <p:nvPr/>
          </p:nvSpPr>
          <p:spPr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l" t="t" r="r" b="b"/>
              <a:pathLst>
                <a:path w="23" h="23" extrusionOk="0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" name="Google Shape;97;p19"/>
            <p:cNvSpPr/>
            <p:nvPr/>
          </p:nvSpPr>
          <p:spPr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l" t="t" r="r" b="b"/>
              <a:pathLst>
                <a:path w="72" h="285" extrusionOk="0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98" name="Google Shape;98;p19"/>
            <p:cNvSpPr/>
            <p:nvPr/>
          </p:nvSpPr>
          <p:spPr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l" t="t" r="r" b="b"/>
              <a:pathLst>
                <a:path w="23" h="23" extrusionOk="0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" name="Google Shape;99;p19"/>
            <p:cNvSpPr/>
            <p:nvPr/>
          </p:nvSpPr>
          <p:spPr>
            <a:xfrm>
              <a:off x="1228725" y="4662488"/>
              <a:ext cx="23813" cy="2181225"/>
            </a:xfrm>
            <a:prstGeom prst="rect">
              <a:avLst/>
            </a:pr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" name="Google Shape;100;p19"/>
            <p:cNvSpPr/>
            <p:nvPr/>
          </p:nvSpPr>
          <p:spPr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l" t="t" r="r" b="b"/>
              <a:pathLst>
                <a:path w="234" h="1135" extrusionOk="0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101" name="Google Shape;101;p19"/>
            <p:cNvSpPr/>
            <p:nvPr/>
          </p:nvSpPr>
          <p:spPr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l" t="t" r="r" b="b"/>
              <a:pathLst>
                <a:path w="40" h="40" extrusionOk="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" name="Google Shape;102;p19"/>
            <p:cNvSpPr/>
            <p:nvPr/>
          </p:nvSpPr>
          <p:spPr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l" t="t" r="r" b="b"/>
              <a:pathLst>
                <a:path w="219" h="1802" extrusionOk="0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103" name="Google Shape;103;p19"/>
            <p:cNvSpPr/>
            <p:nvPr/>
          </p:nvSpPr>
          <p:spPr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l" t="t" r="r" b="b"/>
              <a:pathLst>
                <a:path w="40" h="40" extrusionOk="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" name="Google Shape;104;p19"/>
            <p:cNvSpPr/>
            <p:nvPr/>
          </p:nvSpPr>
          <p:spPr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l" t="t" r="r" b="b"/>
              <a:pathLst>
                <a:path w="40" h="40" extrusionOk="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" name="Google Shape;105;p19"/>
            <p:cNvSpPr/>
            <p:nvPr/>
          </p:nvSpPr>
          <p:spPr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l" t="t" r="r" b="b"/>
              <a:pathLst>
                <a:path w="234" h="898" extrusionOk="0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106" name="Google Shape;106;p19"/>
            <p:cNvSpPr/>
            <p:nvPr/>
          </p:nvSpPr>
          <p:spPr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l" t="t" r="r" b="b"/>
              <a:pathLst>
                <a:path w="96" h="575" extrusionOk="0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107" name="Google Shape;107;p19"/>
            <p:cNvSpPr/>
            <p:nvPr/>
          </p:nvSpPr>
          <p:spPr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l" t="t" r="r" b="b"/>
              <a:pathLst>
                <a:path w="40" h="40" extrusionOk="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" name="Google Shape;108;p19"/>
            <p:cNvSpPr/>
            <p:nvPr/>
          </p:nvSpPr>
          <p:spPr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l" t="t" r="r" b="b"/>
              <a:pathLst>
                <a:path w="40" h="40" extrusionOk="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" name="Google Shape;109;p19"/>
            <p:cNvSpPr/>
            <p:nvPr/>
          </p:nvSpPr>
          <p:spPr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l" t="t" r="r" b="b"/>
              <a:pathLst>
                <a:path w="264" h="332" extrusionOk="0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110" name="Google Shape;110;p19"/>
            <p:cNvSpPr/>
            <p:nvPr/>
          </p:nvSpPr>
          <p:spPr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l" t="t" r="r" b="b"/>
              <a:pathLst>
                <a:path w="33" h="31" extrusionOk="0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" name="Google Shape;111;p19"/>
            <p:cNvSpPr/>
            <p:nvPr/>
          </p:nvSpPr>
          <p:spPr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l" t="t" r="r" b="b"/>
              <a:pathLst>
                <a:path w="147" h="3215" extrusionOk="0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112" name="Google Shape;112;p19"/>
            <p:cNvSpPr/>
            <p:nvPr/>
          </p:nvSpPr>
          <p:spPr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l" t="t" r="r" b="b"/>
              <a:pathLst>
                <a:path w="39" h="39" extrusionOk="0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3" name="Google Shape;113;p19"/>
          <p:cNvSpPr txBox="1"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Twentieth Century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19"/>
          <p:cNvSpPr txBox="1"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2500"/>
              <a:buNone/>
              <a:defRPr sz="2000" cap="none">
                <a:solidFill>
                  <a:schemeClr val="lt2"/>
                </a:solidFill>
              </a:defRPr>
            </a:lvl1pPr>
            <a:lvl2pPr lvl="1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000"/>
            </a:lvl2pPr>
            <a:lvl3pPr lvl="2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None/>
              <a:defRPr sz="1800"/>
            </a:lvl3pPr>
            <a:lvl4pPr lvl="3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/>
            </a:lvl4pPr>
            <a:lvl5pPr lvl="4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/>
            </a:lvl5pPr>
            <a:lvl6pPr lvl="5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/>
            </a:lvl6pPr>
            <a:lvl7pPr lvl="6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/>
            </a:lvl7pPr>
            <a:lvl8pPr lvl="7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/>
            </a:lvl8pPr>
            <a:lvl9pPr lvl="8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/>
            </a:lvl9pPr>
          </a:lstStyle>
          <a:p>
            <a:endParaRPr/>
          </a:p>
        </p:txBody>
      </p:sp>
      <p:sp>
        <p:nvSpPr>
          <p:cNvPr id="115" name="Google Shape;115;p19"/>
          <p:cNvSpPr txBox="1">
            <a:spLocks noGrp="1"/>
          </p:cNvSpPr>
          <p:nvPr>
            <p:ph type="dt" idx="10"/>
          </p:nvPr>
        </p:nvSpPr>
        <p:spPr>
          <a:xfrm>
            <a:off x="7077511" y="541020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6" name="Google Shape;116;p19"/>
          <p:cNvSpPr txBox="1">
            <a:spLocks noGrp="1"/>
          </p:cNvSpPr>
          <p:nvPr>
            <p:ph type="ftr" idx="11"/>
          </p:nvPr>
        </p:nvSpPr>
        <p:spPr>
          <a:xfrm>
            <a:off x="1876424" y="5410201"/>
            <a:ext cx="512488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19"/>
          <p:cNvSpPr txBox="1">
            <a:spLocks noGrp="1"/>
          </p:cNvSpPr>
          <p:nvPr>
            <p:ph type="sldNum" idx="12"/>
          </p:nvPr>
        </p:nvSpPr>
        <p:spPr>
          <a:xfrm>
            <a:off x="9896911" y="5410199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0"/>
          <p:cNvSpPr txBox="1"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20"/>
          <p:cNvSpPr txBox="1"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71475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1pPr>
            <a:lvl2pPr marL="914400" lvl="1" indent="-37147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2pPr>
            <a:lvl3pPr marL="1371600" lvl="2" indent="-37147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3pPr>
            <a:lvl4pPr marL="1828800" lvl="3" indent="-37147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4pPr>
            <a:lvl5pPr marL="2286000" lvl="4" indent="-37147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5pPr>
            <a:lvl6pPr marL="2743200" lvl="5" indent="-37147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6pPr>
            <a:lvl7pPr marL="3200400" lvl="6" indent="-37147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7pPr>
            <a:lvl8pPr marL="3657600" lvl="7" indent="-37147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8pPr>
            <a:lvl9pPr marL="4114800" lvl="8" indent="-37147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9pPr>
          </a:lstStyle>
          <a:p>
            <a:endParaRPr/>
          </a:p>
        </p:txBody>
      </p:sp>
      <p:sp>
        <p:nvSpPr>
          <p:cNvPr id="121" name="Google Shape;121;p20"/>
          <p:cNvSpPr txBox="1">
            <a:spLocks noGrp="1"/>
          </p:cNvSpPr>
          <p:nvPr>
            <p:ph type="dt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2" name="Google Shape;122;p20"/>
          <p:cNvSpPr txBox="1">
            <a:spLocks noGrp="1"/>
          </p:cNvSpPr>
          <p:nvPr>
            <p:ph type="ft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20"/>
          <p:cNvSpPr txBox="1">
            <a:spLocks noGrp="1"/>
          </p:cNvSpPr>
          <p:nvPr>
            <p:ph type="sldNum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4"/>
          <p:cNvSpPr txBox="1"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wentieth Century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3" name="Google Shape;133;p24"/>
          <p:cNvSpPr txBox="1"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50"/>
              <a:buNone/>
              <a:defRPr sz="1800" cap="none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None/>
              <a:defRPr sz="18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None/>
              <a:defRPr sz="1800"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>
                <a:solidFill>
                  <a:schemeClr val="lt1"/>
                </a:solidFill>
              </a:defRPr>
            </a:lvl5pPr>
            <a:lvl6pPr marL="2743200" lvl="5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>
                <a:solidFill>
                  <a:schemeClr val="lt1"/>
                </a:solidFill>
              </a:defRPr>
            </a:lvl6pPr>
            <a:lvl7pPr marL="3200400" lvl="6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>
                <a:solidFill>
                  <a:schemeClr val="lt1"/>
                </a:solidFill>
              </a:defRPr>
            </a:lvl7pPr>
            <a:lvl8pPr marL="3657600" lvl="7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>
                <a:solidFill>
                  <a:schemeClr val="lt1"/>
                </a:solidFill>
              </a:defRPr>
            </a:lvl8pPr>
            <a:lvl9pPr marL="4114800" lvl="8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34" name="Google Shape;134;p24"/>
          <p:cNvSpPr txBox="1">
            <a:spLocks noGrp="1"/>
          </p:cNvSpPr>
          <p:nvPr>
            <p:ph type="dt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p24"/>
          <p:cNvSpPr txBox="1">
            <a:spLocks noGrp="1"/>
          </p:cNvSpPr>
          <p:nvPr>
            <p:ph type="ft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6" name="Google Shape;136;p24"/>
          <p:cNvSpPr txBox="1">
            <a:spLocks noGrp="1"/>
          </p:cNvSpPr>
          <p:nvPr>
            <p:ph type="sldNum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5"/>
          <p:cNvSpPr txBox="1"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9" name="Google Shape;139;p25"/>
          <p:cNvSpPr txBox="1"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2400" b="0" cap="none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000" b="1"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None/>
              <a:defRPr sz="1800" b="1"/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 b="1"/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 b="1"/>
            </a:lvl5pPr>
            <a:lvl6pPr marL="2743200" lvl="5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 b="1"/>
            </a:lvl6pPr>
            <a:lvl7pPr marL="3200400" lvl="6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 b="1"/>
            </a:lvl7pPr>
            <a:lvl8pPr marL="3657600" lvl="7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 b="1"/>
            </a:lvl8pPr>
            <a:lvl9pPr marL="4114800" lvl="8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 b="1"/>
            </a:lvl9pPr>
          </a:lstStyle>
          <a:p>
            <a:endParaRPr/>
          </a:p>
        </p:txBody>
      </p:sp>
      <p:sp>
        <p:nvSpPr>
          <p:cNvPr id="140" name="Google Shape;140;p25"/>
          <p:cNvSpPr txBox="1">
            <a:spLocks noGrp="1"/>
          </p:cNvSpPr>
          <p:nvPr>
            <p:ph type="body" idx="2"/>
          </p:nvPr>
        </p:nvSpPr>
        <p:spPr>
          <a:xfrm>
            <a:off x="1141410" y="3073397"/>
            <a:ext cx="4878391" cy="2717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71475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1pPr>
            <a:lvl2pPr marL="914400" lvl="1" indent="-37147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2pPr>
            <a:lvl3pPr marL="1371600" lvl="2" indent="-37147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3pPr>
            <a:lvl4pPr marL="1828800" lvl="3" indent="-37147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4pPr>
            <a:lvl5pPr marL="2286000" lvl="4" indent="-37147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5pPr>
            <a:lvl6pPr marL="2743200" lvl="5" indent="-37147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6pPr>
            <a:lvl7pPr marL="3200400" lvl="6" indent="-37147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7pPr>
            <a:lvl8pPr marL="3657600" lvl="7" indent="-37147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8pPr>
            <a:lvl9pPr marL="4114800" lvl="8" indent="-37147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9pPr>
          </a:lstStyle>
          <a:p>
            <a:endParaRPr/>
          </a:p>
        </p:txBody>
      </p:sp>
      <p:sp>
        <p:nvSpPr>
          <p:cNvPr id="141" name="Google Shape;141;p25"/>
          <p:cNvSpPr txBox="1">
            <a:spLocks noGrp="1"/>
          </p:cNvSpPr>
          <p:nvPr>
            <p:ph type="body" idx="3"/>
          </p:nvPr>
        </p:nvSpPr>
        <p:spPr>
          <a:xfrm>
            <a:off x="6400808" y="2249485"/>
            <a:ext cx="4646602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2400" b="0" cap="none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000" b="1"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None/>
              <a:defRPr sz="1800" b="1"/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 b="1"/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 b="1"/>
            </a:lvl5pPr>
            <a:lvl6pPr marL="2743200" lvl="5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 b="1"/>
            </a:lvl6pPr>
            <a:lvl7pPr marL="3200400" lvl="6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 b="1"/>
            </a:lvl7pPr>
            <a:lvl8pPr marL="3657600" lvl="7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 b="1"/>
            </a:lvl8pPr>
            <a:lvl9pPr marL="4114800" lvl="8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 b="1"/>
            </a:lvl9pPr>
          </a:lstStyle>
          <a:p>
            <a:endParaRPr/>
          </a:p>
        </p:txBody>
      </p:sp>
      <p:sp>
        <p:nvSpPr>
          <p:cNvPr id="142" name="Google Shape;142;p25"/>
          <p:cNvSpPr txBox="1">
            <a:spLocks noGrp="1"/>
          </p:cNvSpPr>
          <p:nvPr>
            <p:ph type="body" idx="4"/>
          </p:nvPr>
        </p:nvSpPr>
        <p:spPr>
          <a:xfrm>
            <a:off x="6172200" y="3073397"/>
            <a:ext cx="4875210" cy="2717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71475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1pPr>
            <a:lvl2pPr marL="914400" lvl="1" indent="-37147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2pPr>
            <a:lvl3pPr marL="1371600" lvl="2" indent="-37147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3pPr>
            <a:lvl4pPr marL="1828800" lvl="3" indent="-37147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4pPr>
            <a:lvl5pPr marL="2286000" lvl="4" indent="-37147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5pPr>
            <a:lvl6pPr marL="2743200" lvl="5" indent="-37147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6pPr>
            <a:lvl7pPr marL="3200400" lvl="6" indent="-37147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7pPr>
            <a:lvl8pPr marL="3657600" lvl="7" indent="-37147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8pPr>
            <a:lvl9pPr marL="4114800" lvl="8" indent="-37147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9pPr>
          </a:lstStyle>
          <a:p>
            <a:endParaRPr/>
          </a:p>
        </p:txBody>
      </p:sp>
      <p:sp>
        <p:nvSpPr>
          <p:cNvPr id="143" name="Google Shape;143;p25"/>
          <p:cNvSpPr txBox="1">
            <a:spLocks noGrp="1"/>
          </p:cNvSpPr>
          <p:nvPr>
            <p:ph type="dt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4" name="Google Shape;144;p25"/>
          <p:cNvSpPr txBox="1">
            <a:spLocks noGrp="1"/>
          </p:cNvSpPr>
          <p:nvPr>
            <p:ph type="ft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5" name="Google Shape;145;p25"/>
          <p:cNvSpPr txBox="1">
            <a:spLocks noGrp="1"/>
          </p:cNvSpPr>
          <p:nvPr>
            <p:ph type="sldNum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6"/>
          <p:cNvSpPr txBox="1"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8" name="Google Shape;148;p26"/>
          <p:cNvSpPr txBox="1">
            <a:spLocks noGrp="1"/>
          </p:cNvSpPr>
          <p:nvPr>
            <p:ph type="dt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9" name="Google Shape;149;p26"/>
          <p:cNvSpPr txBox="1">
            <a:spLocks noGrp="1"/>
          </p:cNvSpPr>
          <p:nvPr>
            <p:ph type="ft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0" name="Google Shape;150;p26"/>
          <p:cNvSpPr txBox="1">
            <a:spLocks noGrp="1"/>
          </p:cNvSpPr>
          <p:nvPr>
            <p:ph type="sldNum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7"/>
          <p:cNvSpPr txBox="1">
            <a:spLocks noGrp="1"/>
          </p:cNvSpPr>
          <p:nvPr>
            <p:ph type="dt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3" name="Google Shape;153;p27"/>
          <p:cNvSpPr txBox="1">
            <a:spLocks noGrp="1"/>
          </p:cNvSpPr>
          <p:nvPr>
            <p:ph type="ft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4" name="Google Shape;154;p27"/>
          <p:cNvSpPr txBox="1">
            <a:spLocks noGrp="1"/>
          </p:cNvSpPr>
          <p:nvPr>
            <p:ph type="sldNum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8"/>
          <p:cNvSpPr txBox="1"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Twentieth Century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7" name="Google Shape;157;p28"/>
          <p:cNvSpPr txBox="1">
            <a:spLocks noGrp="1"/>
          </p:cNvSpPr>
          <p:nvPr>
            <p:ph type="body" idx="1"/>
          </p:nvPr>
        </p:nvSpPr>
        <p:spPr>
          <a:xfrm>
            <a:off x="5156200" y="592666"/>
            <a:ext cx="5891209" cy="51985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71475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1pPr>
            <a:lvl2pPr marL="914400" lvl="1" indent="-37147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2pPr>
            <a:lvl3pPr marL="1371600" lvl="2" indent="-37147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3pPr>
            <a:lvl4pPr marL="1828800" lvl="3" indent="-37147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4pPr>
            <a:lvl5pPr marL="2286000" lvl="4" indent="-37147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5pPr>
            <a:lvl6pPr marL="2743200" lvl="5" indent="-37147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6pPr>
            <a:lvl7pPr marL="3200400" lvl="6" indent="-37147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7pPr>
            <a:lvl8pPr marL="3657600" lvl="7" indent="-37147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8pPr>
            <a:lvl9pPr marL="4114800" lvl="8" indent="-37147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9pPr>
          </a:lstStyle>
          <a:p>
            <a:endParaRPr/>
          </a:p>
        </p:txBody>
      </p:sp>
      <p:sp>
        <p:nvSpPr>
          <p:cNvPr id="158" name="Google Shape;158;p28"/>
          <p:cNvSpPr txBox="1">
            <a:spLocks noGrp="1"/>
          </p:cNvSpPr>
          <p:nvPr>
            <p:ph type="body" idx="2"/>
          </p:nvPr>
        </p:nvSpPr>
        <p:spPr>
          <a:xfrm>
            <a:off x="1146705" y="2249486"/>
            <a:ext cx="3856037" cy="35417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/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None/>
              <a:defRPr sz="1400"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200"/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5pPr>
            <a:lvl6pPr marL="2743200" lvl="5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6pPr>
            <a:lvl7pPr marL="3200400" lvl="6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7pPr>
            <a:lvl8pPr marL="3657600" lvl="7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8pPr>
            <a:lvl9pPr marL="4114800" lvl="8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9pPr>
          </a:lstStyle>
          <a:p>
            <a:endParaRPr/>
          </a:p>
        </p:txBody>
      </p:sp>
      <p:sp>
        <p:nvSpPr>
          <p:cNvPr id="159" name="Google Shape;159;p28"/>
          <p:cNvSpPr txBox="1">
            <a:spLocks noGrp="1"/>
          </p:cNvSpPr>
          <p:nvPr>
            <p:ph type="dt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0" name="Google Shape;160;p28"/>
          <p:cNvSpPr txBox="1">
            <a:spLocks noGrp="1"/>
          </p:cNvSpPr>
          <p:nvPr>
            <p:ph type="ft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1" name="Google Shape;161;p28"/>
          <p:cNvSpPr txBox="1">
            <a:spLocks noGrp="1"/>
          </p:cNvSpPr>
          <p:nvPr>
            <p:ph type="sldNum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9"/>
          <p:cNvSpPr txBox="1"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Twentieth Century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4" name="Google Shape;164;p29"/>
          <p:cNvSpPr>
            <a:spLocks noGrp="1"/>
          </p:cNvSpPr>
          <p:nvPr>
            <p:ph type="pic" idx="2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noFill/>
          <a:ln w="19050" cap="sq" cmpd="sng">
            <a:solidFill>
              <a:srgbClr val="B3FFFF">
                <a:alpha val="60000"/>
              </a:srgbClr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88900" dist="38100" dir="5400000" algn="t" rotWithShape="0">
              <a:srgbClr val="000000">
                <a:alpha val="40000"/>
              </a:srgbClr>
            </a:outerShdw>
          </a:effectLst>
        </p:spPr>
      </p:sp>
      <p:sp>
        <p:nvSpPr>
          <p:cNvPr id="165" name="Google Shape;165;p29"/>
          <p:cNvSpPr txBox="1">
            <a:spLocks noGrp="1"/>
          </p:cNvSpPr>
          <p:nvPr>
            <p:ph type="body" idx="1"/>
          </p:nvPr>
        </p:nvSpPr>
        <p:spPr>
          <a:xfrm>
            <a:off x="1141410" y="2249486"/>
            <a:ext cx="5934511" cy="35417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/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None/>
              <a:defRPr sz="1400"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200"/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5pPr>
            <a:lvl6pPr marL="2743200" lvl="5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6pPr>
            <a:lvl7pPr marL="3200400" lvl="6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7pPr>
            <a:lvl8pPr marL="3657600" lvl="7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8pPr>
            <a:lvl9pPr marL="4114800" lvl="8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9pPr>
          </a:lstStyle>
          <a:p>
            <a:endParaRPr/>
          </a:p>
        </p:txBody>
      </p:sp>
      <p:sp>
        <p:nvSpPr>
          <p:cNvPr id="166" name="Google Shape;166;p29"/>
          <p:cNvSpPr txBox="1">
            <a:spLocks noGrp="1"/>
          </p:cNvSpPr>
          <p:nvPr>
            <p:ph type="dt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7" name="Google Shape;167;p29"/>
          <p:cNvSpPr txBox="1">
            <a:spLocks noGrp="1"/>
          </p:cNvSpPr>
          <p:nvPr>
            <p:ph type="ft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8" name="Google Shape;168;p29"/>
          <p:cNvSpPr txBox="1">
            <a:spLocks noGrp="1"/>
          </p:cNvSpPr>
          <p:nvPr>
            <p:ph type="sldNum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anoramic Picture with Caption">
  <p:cSld name="Panoramic Picture with Caption"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30"/>
          <p:cNvSpPr txBox="1"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Twentieth Century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1" name="Google Shape;171;p30"/>
          <p:cNvSpPr>
            <a:spLocks noGrp="1"/>
          </p:cNvSpPr>
          <p:nvPr>
            <p:ph type="pic" idx="2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noFill/>
          <a:ln w="19050" cap="sq" cmpd="sng">
            <a:solidFill>
              <a:srgbClr val="B3FFFF">
                <a:alpha val="60000"/>
              </a:srgbClr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88900" dist="38100" dir="5400000" algn="t" rotWithShape="0">
              <a:srgbClr val="000000">
                <a:alpha val="40000"/>
              </a:srgbClr>
            </a:outerShdw>
          </a:effectLst>
        </p:spPr>
      </p:sp>
      <p:sp>
        <p:nvSpPr>
          <p:cNvPr id="172" name="Google Shape;172;p30"/>
          <p:cNvSpPr txBox="1">
            <a:spLocks noGrp="1"/>
          </p:cNvSpPr>
          <p:nvPr>
            <p:ph type="body" idx="1"/>
          </p:nvPr>
        </p:nvSpPr>
        <p:spPr>
          <a:xfrm>
            <a:off x="1141364" y="5124020"/>
            <a:ext cx="9910859" cy="682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/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None/>
              <a:defRPr sz="1400"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200"/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5pPr>
            <a:lvl6pPr marL="2743200" lvl="5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6pPr>
            <a:lvl7pPr marL="3200400" lvl="6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7pPr>
            <a:lvl8pPr marL="3657600" lvl="7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8pPr>
            <a:lvl9pPr marL="4114800" lvl="8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9pPr>
          </a:lstStyle>
          <a:p>
            <a:endParaRPr/>
          </a:p>
        </p:txBody>
      </p:sp>
      <p:sp>
        <p:nvSpPr>
          <p:cNvPr id="173" name="Google Shape;173;p30"/>
          <p:cNvSpPr txBox="1">
            <a:spLocks noGrp="1"/>
          </p:cNvSpPr>
          <p:nvPr>
            <p:ph type="dt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4" name="Google Shape;174;p30"/>
          <p:cNvSpPr txBox="1">
            <a:spLocks noGrp="1"/>
          </p:cNvSpPr>
          <p:nvPr>
            <p:ph type="ft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5" name="Google Shape;175;p30"/>
          <p:cNvSpPr txBox="1">
            <a:spLocks noGrp="1"/>
          </p:cNvSpPr>
          <p:nvPr>
            <p:ph type="sldNum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aption">
  <p:cSld name="Title and Caption"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1"/>
          <p:cNvSpPr txBox="1"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wentieth Century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8" name="Google Shape;178;p31"/>
          <p:cNvSpPr txBox="1">
            <a:spLocks noGrp="1"/>
          </p:cNvSpPr>
          <p:nvPr>
            <p:ph type="body" idx="1"/>
          </p:nvPr>
        </p:nvSpPr>
        <p:spPr>
          <a:xfrm>
            <a:off x="1141410" y="4419599"/>
            <a:ext cx="9904459" cy="1371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50"/>
              <a:buNone/>
              <a:defRPr sz="1800"/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None/>
              <a:defRPr sz="1400"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200"/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5pPr>
            <a:lvl6pPr marL="2743200" lvl="5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6pPr>
            <a:lvl7pPr marL="3200400" lvl="6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7pPr>
            <a:lvl8pPr marL="3657600" lvl="7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8pPr>
            <a:lvl9pPr marL="4114800" lvl="8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9pPr>
          </a:lstStyle>
          <a:p>
            <a:endParaRPr/>
          </a:p>
        </p:txBody>
      </p:sp>
      <p:sp>
        <p:nvSpPr>
          <p:cNvPr id="179" name="Google Shape;179;p31"/>
          <p:cNvSpPr txBox="1">
            <a:spLocks noGrp="1"/>
          </p:cNvSpPr>
          <p:nvPr>
            <p:ph type="dt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0" name="Google Shape;180;p31"/>
          <p:cNvSpPr txBox="1">
            <a:spLocks noGrp="1"/>
          </p:cNvSpPr>
          <p:nvPr>
            <p:ph type="ft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1" name="Google Shape;181;p31"/>
          <p:cNvSpPr txBox="1">
            <a:spLocks noGrp="1"/>
          </p:cNvSpPr>
          <p:nvPr>
            <p:ph type="sldNum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with Caption">
  <p:cSld name="Quote with Caption"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32"/>
          <p:cNvSpPr txBox="1"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wentieth Century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4" name="Google Shape;184;p32"/>
          <p:cNvSpPr txBox="1">
            <a:spLocks noGrp="1"/>
          </p:cNvSpPr>
          <p:nvPr>
            <p:ph type="body" idx="1"/>
          </p:nvPr>
        </p:nvSpPr>
        <p:spPr>
          <a:xfrm>
            <a:off x="1720644" y="3365557"/>
            <a:ext cx="8752299" cy="548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750"/>
              <a:buNone/>
              <a:defRPr sz="1400"/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None/>
              <a:defRPr sz="1400"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200"/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5pPr>
            <a:lvl6pPr marL="2743200" lvl="5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6pPr>
            <a:lvl7pPr marL="3200400" lvl="6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7pPr>
            <a:lvl8pPr marL="3657600" lvl="7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8pPr>
            <a:lvl9pPr marL="4114800" lvl="8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9pPr>
          </a:lstStyle>
          <a:p>
            <a:endParaRPr/>
          </a:p>
        </p:txBody>
      </p:sp>
      <p:sp>
        <p:nvSpPr>
          <p:cNvPr id="185" name="Google Shape;185;p32"/>
          <p:cNvSpPr txBox="1">
            <a:spLocks noGrp="1"/>
          </p:cNvSpPr>
          <p:nvPr>
            <p:ph type="body" idx="2"/>
          </p:nvPr>
        </p:nvSpPr>
        <p:spPr>
          <a:xfrm>
            <a:off x="1141411" y="4309919"/>
            <a:ext cx="9906002" cy="1489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50"/>
              <a:buNone/>
              <a:defRPr sz="1800"/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None/>
              <a:defRPr sz="1400"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200"/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5pPr>
            <a:lvl6pPr marL="2743200" lvl="5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6pPr>
            <a:lvl7pPr marL="3200400" lvl="6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7pPr>
            <a:lvl8pPr marL="3657600" lvl="7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8pPr>
            <a:lvl9pPr marL="4114800" lvl="8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9pPr>
          </a:lstStyle>
          <a:p>
            <a:endParaRPr/>
          </a:p>
        </p:txBody>
      </p:sp>
      <p:sp>
        <p:nvSpPr>
          <p:cNvPr id="186" name="Google Shape;186;p32"/>
          <p:cNvSpPr txBox="1">
            <a:spLocks noGrp="1"/>
          </p:cNvSpPr>
          <p:nvPr>
            <p:ph type="dt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7" name="Google Shape;187;p32"/>
          <p:cNvSpPr txBox="1">
            <a:spLocks noGrp="1"/>
          </p:cNvSpPr>
          <p:nvPr>
            <p:ph type="ft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8" name="Google Shape;188;p32"/>
          <p:cNvSpPr txBox="1">
            <a:spLocks noGrp="1"/>
          </p:cNvSpPr>
          <p:nvPr>
            <p:ph type="sldNum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9" name="Google Shape;189;p32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Font typeface="Twentieth Century"/>
              <a:buNone/>
            </a:pPr>
            <a:r>
              <a:rPr lang="en-US" sz="800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“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32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Font typeface="Twentieth Century"/>
              <a:buNone/>
            </a:pPr>
            <a:r>
              <a:rPr lang="en-US" sz="800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”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ame Card">
  <p:cSld name="Name Card"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33"/>
          <p:cNvSpPr txBox="1"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wentieth Century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3" name="Google Shape;193;p33"/>
          <p:cNvSpPr txBox="1">
            <a:spLocks noGrp="1"/>
          </p:cNvSpPr>
          <p:nvPr>
            <p:ph type="body" idx="1"/>
          </p:nvPr>
        </p:nvSpPr>
        <p:spPr>
          <a:xfrm>
            <a:off x="1141364" y="4657655"/>
            <a:ext cx="9904505" cy="11406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50"/>
              <a:buNone/>
              <a:defRPr sz="1800"/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None/>
              <a:defRPr sz="1400"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200"/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5pPr>
            <a:lvl6pPr marL="2743200" lvl="5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6pPr>
            <a:lvl7pPr marL="3200400" lvl="6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7pPr>
            <a:lvl8pPr marL="3657600" lvl="7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8pPr>
            <a:lvl9pPr marL="4114800" lvl="8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9pPr>
          </a:lstStyle>
          <a:p>
            <a:endParaRPr/>
          </a:p>
        </p:txBody>
      </p:sp>
      <p:sp>
        <p:nvSpPr>
          <p:cNvPr id="194" name="Google Shape;194;p33"/>
          <p:cNvSpPr txBox="1">
            <a:spLocks noGrp="1"/>
          </p:cNvSpPr>
          <p:nvPr>
            <p:ph type="dt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5" name="Google Shape;195;p33"/>
          <p:cNvSpPr txBox="1">
            <a:spLocks noGrp="1"/>
          </p:cNvSpPr>
          <p:nvPr>
            <p:ph type="ft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6" name="Google Shape;196;p33"/>
          <p:cNvSpPr txBox="1">
            <a:spLocks noGrp="1"/>
          </p:cNvSpPr>
          <p:nvPr>
            <p:ph type="sldNum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 Picture Column">
  <p:cSld name="3 Picture Column"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5"/>
          <p:cNvSpPr txBox="1"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0" name="Google Shape;210;p35"/>
          <p:cNvSpPr txBox="1"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000" b="0" cap="none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000" b="1"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None/>
              <a:defRPr sz="1800" b="1"/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 b="1"/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 b="1"/>
            </a:lvl5pPr>
            <a:lvl6pPr marL="2743200" lvl="5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 b="1"/>
            </a:lvl6pPr>
            <a:lvl7pPr marL="3200400" lvl="6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 b="1"/>
            </a:lvl7pPr>
            <a:lvl8pPr marL="3657600" lvl="7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 b="1"/>
            </a:lvl8pPr>
            <a:lvl9pPr marL="4114800" lvl="8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 b="1"/>
            </a:lvl9pPr>
          </a:lstStyle>
          <a:p>
            <a:endParaRPr/>
          </a:p>
        </p:txBody>
      </p:sp>
      <p:sp>
        <p:nvSpPr>
          <p:cNvPr id="211" name="Google Shape;211;p35"/>
          <p:cNvSpPr>
            <a:spLocks noGrp="1"/>
          </p:cNvSpPr>
          <p:nvPr>
            <p:ph type="pic" idx="2"/>
          </p:nvPr>
        </p:nvSpPr>
        <p:spPr>
          <a:xfrm>
            <a:off x="1141413" y="2666998"/>
            <a:ext cx="3195240" cy="1524000"/>
          </a:xfrm>
          <a:prstGeom prst="round2DiagRect">
            <a:avLst>
              <a:gd name="adj1" fmla="val 16667"/>
              <a:gd name="adj2" fmla="val 0"/>
            </a:avLst>
          </a:prstGeom>
          <a:noFill/>
          <a:ln w="19050" cap="sq" cmpd="sng">
            <a:solidFill>
              <a:srgbClr val="B3FFFF">
                <a:alpha val="60000"/>
              </a:srgbClr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88900" dist="38100" dir="5400000" algn="t" rotWithShape="0">
              <a:srgbClr val="000000">
                <a:alpha val="40000"/>
              </a:srgbClr>
            </a:outerShdw>
          </a:effectLst>
        </p:spPr>
      </p:sp>
      <p:sp>
        <p:nvSpPr>
          <p:cNvPr id="212" name="Google Shape;212;p35"/>
          <p:cNvSpPr txBox="1">
            <a:spLocks noGrp="1"/>
          </p:cNvSpPr>
          <p:nvPr>
            <p:ph type="body" idx="3"/>
          </p:nvPr>
        </p:nvSpPr>
        <p:spPr>
          <a:xfrm>
            <a:off x="1141413" y="4980858"/>
            <a:ext cx="3195240" cy="8178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750"/>
              <a:buNone/>
              <a:defRPr sz="1400"/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200"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5pPr>
            <a:lvl6pPr marL="2743200" lvl="5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6pPr>
            <a:lvl7pPr marL="3200400" lvl="6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7pPr>
            <a:lvl8pPr marL="3657600" lvl="7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8pPr>
            <a:lvl9pPr marL="4114800" lvl="8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9pPr>
          </a:lstStyle>
          <a:p>
            <a:endParaRPr/>
          </a:p>
        </p:txBody>
      </p:sp>
      <p:sp>
        <p:nvSpPr>
          <p:cNvPr id="213" name="Google Shape;213;p35"/>
          <p:cNvSpPr txBox="1">
            <a:spLocks noGrp="1"/>
          </p:cNvSpPr>
          <p:nvPr>
            <p:ph type="body" idx="4"/>
          </p:nvPr>
        </p:nvSpPr>
        <p:spPr>
          <a:xfrm>
            <a:off x="4489053" y="4404596"/>
            <a:ext cx="3200400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000" b="0" cap="none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000" b="1"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None/>
              <a:defRPr sz="1800" b="1"/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 b="1"/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 b="1"/>
            </a:lvl5pPr>
            <a:lvl6pPr marL="2743200" lvl="5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 b="1"/>
            </a:lvl6pPr>
            <a:lvl7pPr marL="3200400" lvl="6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 b="1"/>
            </a:lvl7pPr>
            <a:lvl8pPr marL="3657600" lvl="7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 b="1"/>
            </a:lvl8pPr>
            <a:lvl9pPr marL="4114800" lvl="8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 b="1"/>
            </a:lvl9pPr>
          </a:lstStyle>
          <a:p>
            <a:endParaRPr/>
          </a:p>
        </p:txBody>
      </p:sp>
      <p:sp>
        <p:nvSpPr>
          <p:cNvPr id="214" name="Google Shape;214;p35"/>
          <p:cNvSpPr>
            <a:spLocks noGrp="1"/>
          </p:cNvSpPr>
          <p:nvPr>
            <p:ph type="pic" idx="5"/>
          </p:nvPr>
        </p:nvSpPr>
        <p:spPr>
          <a:xfrm>
            <a:off x="4489053" y="2666998"/>
            <a:ext cx="3198940" cy="1524000"/>
          </a:xfrm>
          <a:prstGeom prst="round2DiagRect">
            <a:avLst>
              <a:gd name="adj1" fmla="val 16667"/>
              <a:gd name="adj2" fmla="val 0"/>
            </a:avLst>
          </a:prstGeom>
          <a:noFill/>
          <a:ln w="19050" cap="sq" cmpd="sng">
            <a:solidFill>
              <a:srgbClr val="B3FFFF">
                <a:alpha val="60000"/>
              </a:srgbClr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88900" dist="38100" dir="5400000" algn="t" rotWithShape="0">
              <a:srgbClr val="000000">
                <a:alpha val="40000"/>
              </a:srgbClr>
            </a:outerShdw>
          </a:effectLst>
        </p:spPr>
      </p:sp>
      <p:sp>
        <p:nvSpPr>
          <p:cNvPr id="215" name="Google Shape;215;p35"/>
          <p:cNvSpPr txBox="1">
            <a:spLocks noGrp="1"/>
          </p:cNvSpPr>
          <p:nvPr>
            <p:ph type="body" idx="6"/>
          </p:nvPr>
        </p:nvSpPr>
        <p:spPr>
          <a:xfrm>
            <a:off x="4487593" y="4980857"/>
            <a:ext cx="3200400" cy="8103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750"/>
              <a:buNone/>
              <a:defRPr sz="1400"/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200"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5pPr>
            <a:lvl6pPr marL="2743200" lvl="5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6pPr>
            <a:lvl7pPr marL="3200400" lvl="6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7pPr>
            <a:lvl8pPr marL="3657600" lvl="7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8pPr>
            <a:lvl9pPr marL="4114800" lvl="8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9pPr>
          </a:lstStyle>
          <a:p>
            <a:endParaRPr/>
          </a:p>
        </p:txBody>
      </p:sp>
      <p:sp>
        <p:nvSpPr>
          <p:cNvPr id="216" name="Google Shape;216;p35"/>
          <p:cNvSpPr txBox="1">
            <a:spLocks noGrp="1"/>
          </p:cNvSpPr>
          <p:nvPr>
            <p:ph type="body" idx="7"/>
          </p:nvPr>
        </p:nvSpPr>
        <p:spPr>
          <a:xfrm>
            <a:off x="7852567" y="4404595"/>
            <a:ext cx="3190741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000" b="0" cap="none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000" b="1"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None/>
              <a:defRPr sz="1800" b="1"/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 b="1"/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 b="1"/>
            </a:lvl5pPr>
            <a:lvl6pPr marL="2743200" lvl="5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 b="1"/>
            </a:lvl6pPr>
            <a:lvl7pPr marL="3200400" lvl="6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 b="1"/>
            </a:lvl7pPr>
            <a:lvl8pPr marL="3657600" lvl="7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 b="1"/>
            </a:lvl8pPr>
            <a:lvl9pPr marL="4114800" lvl="8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 b="1"/>
            </a:lvl9pPr>
          </a:lstStyle>
          <a:p>
            <a:endParaRPr/>
          </a:p>
        </p:txBody>
      </p:sp>
      <p:sp>
        <p:nvSpPr>
          <p:cNvPr id="217" name="Google Shape;217;p35"/>
          <p:cNvSpPr>
            <a:spLocks noGrp="1"/>
          </p:cNvSpPr>
          <p:nvPr>
            <p:ph type="pic" idx="8"/>
          </p:nvPr>
        </p:nvSpPr>
        <p:spPr>
          <a:xfrm>
            <a:off x="7852442" y="2666998"/>
            <a:ext cx="3194969" cy="1524000"/>
          </a:xfrm>
          <a:prstGeom prst="round2DiagRect">
            <a:avLst>
              <a:gd name="adj1" fmla="val 16667"/>
              <a:gd name="adj2" fmla="val 0"/>
            </a:avLst>
          </a:prstGeom>
          <a:noFill/>
          <a:ln w="19050" cap="sq" cmpd="sng">
            <a:solidFill>
              <a:srgbClr val="B3FFFF">
                <a:alpha val="60000"/>
              </a:srgbClr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88900" dist="38100" dir="5400000" algn="t" rotWithShape="0">
              <a:srgbClr val="000000">
                <a:alpha val="40000"/>
              </a:srgbClr>
            </a:outerShdw>
          </a:effectLst>
        </p:spPr>
      </p:sp>
      <p:sp>
        <p:nvSpPr>
          <p:cNvPr id="218" name="Google Shape;218;p35"/>
          <p:cNvSpPr txBox="1">
            <a:spLocks noGrp="1"/>
          </p:cNvSpPr>
          <p:nvPr>
            <p:ph type="body" idx="9"/>
          </p:nvPr>
        </p:nvSpPr>
        <p:spPr>
          <a:xfrm>
            <a:off x="7852442" y="4980854"/>
            <a:ext cx="3194968" cy="8103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750"/>
              <a:buNone/>
              <a:defRPr sz="1400"/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200"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5pPr>
            <a:lvl6pPr marL="2743200" lvl="5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6pPr>
            <a:lvl7pPr marL="3200400" lvl="6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7pPr>
            <a:lvl8pPr marL="3657600" lvl="7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8pPr>
            <a:lvl9pPr marL="4114800" lvl="8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9pPr>
          </a:lstStyle>
          <a:p>
            <a:endParaRPr/>
          </a:p>
        </p:txBody>
      </p:sp>
      <p:sp>
        <p:nvSpPr>
          <p:cNvPr id="219" name="Google Shape;219;p35"/>
          <p:cNvSpPr txBox="1">
            <a:spLocks noGrp="1"/>
          </p:cNvSpPr>
          <p:nvPr>
            <p:ph type="dt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0" name="Google Shape;220;p35"/>
          <p:cNvSpPr txBox="1">
            <a:spLocks noGrp="1"/>
          </p:cNvSpPr>
          <p:nvPr>
            <p:ph type="ft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1" name="Google Shape;221;p35"/>
          <p:cNvSpPr txBox="1">
            <a:spLocks noGrp="1"/>
          </p:cNvSpPr>
          <p:nvPr>
            <p:ph type="sldNum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6"/>
          <p:cNvSpPr txBox="1"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4" name="Google Shape;224;p36"/>
          <p:cNvSpPr txBox="1">
            <a:spLocks noGrp="1"/>
          </p:cNvSpPr>
          <p:nvPr>
            <p:ph type="body" idx="1"/>
          </p:nvPr>
        </p:nvSpPr>
        <p:spPr>
          <a:xfrm rot="5400000">
            <a:off x="4323555" y="-932655"/>
            <a:ext cx="3541714" cy="9905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71475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1pPr>
            <a:lvl2pPr marL="914400" lvl="1" indent="-37147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2pPr>
            <a:lvl3pPr marL="1371600" lvl="2" indent="-37147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3pPr>
            <a:lvl4pPr marL="1828800" lvl="3" indent="-37147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4pPr>
            <a:lvl5pPr marL="2286000" lvl="4" indent="-37147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5pPr>
            <a:lvl6pPr marL="2743200" lvl="5" indent="-37147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6pPr>
            <a:lvl7pPr marL="3200400" lvl="6" indent="-37147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7pPr>
            <a:lvl8pPr marL="3657600" lvl="7" indent="-37147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8pPr>
            <a:lvl9pPr marL="4114800" lvl="8" indent="-37147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9pPr>
          </a:lstStyle>
          <a:p>
            <a:endParaRPr/>
          </a:p>
        </p:txBody>
      </p:sp>
      <p:sp>
        <p:nvSpPr>
          <p:cNvPr id="225" name="Google Shape;225;p36"/>
          <p:cNvSpPr txBox="1">
            <a:spLocks noGrp="1"/>
          </p:cNvSpPr>
          <p:nvPr>
            <p:ph type="dt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6" name="Google Shape;226;p36"/>
          <p:cNvSpPr txBox="1">
            <a:spLocks noGrp="1"/>
          </p:cNvSpPr>
          <p:nvPr>
            <p:ph type="ft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7" name="Google Shape;227;p36"/>
          <p:cNvSpPr txBox="1">
            <a:spLocks noGrp="1"/>
          </p:cNvSpPr>
          <p:nvPr>
            <p:ph type="sldNum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37"/>
          <p:cNvSpPr txBox="1">
            <a:spLocks noGrp="1"/>
          </p:cNvSpPr>
          <p:nvPr>
            <p:ph type="title"/>
          </p:nvPr>
        </p:nvSpPr>
        <p:spPr>
          <a:xfrm rot="5400000">
            <a:off x="7454105" y="2197894"/>
            <a:ext cx="5181601" cy="20050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0" name="Google Shape;230;p37"/>
          <p:cNvSpPr txBox="1">
            <a:spLocks noGrp="1"/>
          </p:cNvSpPr>
          <p:nvPr>
            <p:ph type="body" idx="1"/>
          </p:nvPr>
        </p:nvSpPr>
        <p:spPr>
          <a:xfrm rot="5400000">
            <a:off x="2424905" y="-673895"/>
            <a:ext cx="5181601" cy="7748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71475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1pPr>
            <a:lvl2pPr marL="914400" lvl="1" indent="-37147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2pPr>
            <a:lvl3pPr marL="1371600" lvl="2" indent="-37147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3pPr>
            <a:lvl4pPr marL="1828800" lvl="3" indent="-37147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4pPr>
            <a:lvl5pPr marL="2286000" lvl="4" indent="-37147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5pPr>
            <a:lvl6pPr marL="2743200" lvl="5" indent="-37147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6pPr>
            <a:lvl7pPr marL="3200400" lvl="6" indent="-37147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7pPr>
            <a:lvl8pPr marL="3657600" lvl="7" indent="-37147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8pPr>
            <a:lvl9pPr marL="4114800" lvl="8" indent="-37147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9pPr>
          </a:lstStyle>
          <a:p>
            <a:endParaRPr/>
          </a:p>
        </p:txBody>
      </p:sp>
      <p:sp>
        <p:nvSpPr>
          <p:cNvPr id="231" name="Google Shape;231;p37"/>
          <p:cNvSpPr txBox="1">
            <a:spLocks noGrp="1"/>
          </p:cNvSpPr>
          <p:nvPr>
            <p:ph type="dt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2" name="Google Shape;232;p37"/>
          <p:cNvSpPr txBox="1">
            <a:spLocks noGrp="1"/>
          </p:cNvSpPr>
          <p:nvPr>
            <p:ph type="ft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3" name="Google Shape;233;p37"/>
          <p:cNvSpPr txBox="1">
            <a:spLocks noGrp="1"/>
          </p:cNvSpPr>
          <p:nvPr>
            <p:ph type="sldNum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7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18" descr="\\DROBO-FS\QuickDrops\JB\PPTX NG\Droplets\LightingOverlay.png"/>
          <p:cNvPicPr preferRelativeResize="0"/>
          <p:nvPr/>
        </p:nvPicPr>
        <p:blipFill rotWithShape="1">
          <a:blip r:embed="rId18">
            <a:alphaModFix amt="30000"/>
          </a:blip>
          <a:srcRect/>
          <a:stretch/>
        </p:blipFill>
        <p:spPr>
          <a:xfrm>
            <a:off x="0" y="-1"/>
            <a:ext cx="12192003" cy="68580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" name="Google Shape;11;p18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12" name="Google Shape;12;p1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</p:grpSpPr>
          <p:sp>
            <p:nvSpPr>
              <p:cNvPr id="13" name="Google Shape;13;p18"/>
              <p:cNvSpPr/>
              <p:nvPr/>
            </p:nvSpPr>
            <p:spPr>
              <a:xfrm>
                <a:off x="114300" y="4763"/>
                <a:ext cx="23813" cy="2181225"/>
              </a:xfrm>
              <a:prstGeom prst="rect">
                <a:avLst/>
              </a:pr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" name="Google Shape;14;p18"/>
              <p:cNvSpPr/>
              <p:nvPr/>
            </p:nvSpPr>
            <p:spPr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40" h="40" extrusionOk="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" name="Google Shape;15;p18"/>
              <p:cNvSpPr/>
              <p:nvPr/>
            </p:nvSpPr>
            <p:spPr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l" t="t" r="r" b="b"/>
                <a:pathLst>
                  <a:path w="40" h="40" extrusionOk="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" name="Google Shape;16;p18"/>
              <p:cNvSpPr/>
              <p:nvPr/>
            </p:nvSpPr>
            <p:spPr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l" t="t" r="r" b="b"/>
                <a:pathLst>
                  <a:path w="233" h="1141" extrusionOk="0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</p:sp>
          <p:sp>
            <p:nvSpPr>
              <p:cNvPr id="17" name="Google Shape;17;p18"/>
              <p:cNvSpPr/>
              <p:nvPr/>
            </p:nvSpPr>
            <p:spPr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l" t="t" r="r" b="b"/>
                <a:pathLst>
                  <a:path w="40" h="40" extrusionOk="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" name="Google Shape;18;p18"/>
              <p:cNvSpPr/>
              <p:nvPr/>
            </p:nvSpPr>
            <p:spPr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l" t="t" r="r" b="b"/>
                <a:pathLst>
                  <a:path w="233" h="901" extrusionOk="0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</p:sp>
          <p:sp>
            <p:nvSpPr>
              <p:cNvPr id="19" name="Google Shape;19;p18"/>
              <p:cNvSpPr/>
              <p:nvPr/>
            </p:nvSpPr>
            <p:spPr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l" t="t" r="r" b="b"/>
                <a:pathLst>
                  <a:path w="96" h="575" extrusionOk="0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</p:sp>
          <p:sp>
            <p:nvSpPr>
              <p:cNvPr id="20" name="Google Shape;20;p18"/>
              <p:cNvSpPr/>
              <p:nvPr/>
            </p:nvSpPr>
            <p:spPr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40" h="40" extrusionOk="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" name="Google Shape;21;p18"/>
              <p:cNvSpPr/>
              <p:nvPr/>
            </p:nvSpPr>
            <p:spPr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40" h="40" extrusionOk="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" name="Google Shape;22;p18"/>
              <p:cNvSpPr/>
              <p:nvPr/>
            </p:nvSpPr>
            <p:spPr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l" t="t" r="r" b="b"/>
                <a:pathLst>
                  <a:path w="266" h="332" extrusionOk="0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</p:sp>
          <p:sp>
            <p:nvSpPr>
              <p:cNvPr id="23" name="Google Shape;23;p18"/>
              <p:cNvSpPr/>
              <p:nvPr/>
            </p:nvSpPr>
            <p:spPr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l" t="t" r="r" b="b"/>
                <a:pathLst>
                  <a:path w="34" h="31" extrusionOk="0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24" name="Google Shape;24;p18"/>
              <p:cNvCxnSpPr/>
              <p:nvPr/>
            </p:nvCxnSpPr>
            <p:spPr>
              <a:xfrm>
                <a:off x="-4763" y="9525"/>
                <a:ext cx="0" cy="0"/>
              </a:xfrm>
              <a:prstGeom prst="straightConnector1">
                <a:avLst/>
              </a:pr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 w="9525" cap="flat" cmpd="sng">
                <a:solidFill>
                  <a:srgbClr val="FFFFFF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sp>
            <p:nvSpPr>
              <p:cNvPr id="25" name="Google Shape;25;p18"/>
              <p:cNvSpPr/>
              <p:nvPr/>
            </p:nvSpPr>
            <p:spPr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l" t="t" r="r" b="b"/>
                <a:pathLst>
                  <a:path w="78" h="80" extrusionOk="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</p:sp>
          <p:sp>
            <p:nvSpPr>
              <p:cNvPr id="26" name="Google Shape;26;p18"/>
              <p:cNvSpPr/>
              <p:nvPr/>
            </p:nvSpPr>
            <p:spPr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l" t="t" r="r" b="b"/>
                <a:pathLst>
                  <a:path w="93" h="303" extrusionOk="0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</p:sp>
          <p:sp>
            <p:nvSpPr>
              <p:cNvPr id="27" name="Google Shape;27;p18"/>
              <p:cNvSpPr/>
              <p:nvPr/>
            </p:nvSpPr>
            <p:spPr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l" t="t" r="r" b="b"/>
                <a:pathLst>
                  <a:path w="90" h="300" extrusionOk="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</p:sp>
          <p:sp>
            <p:nvSpPr>
              <p:cNvPr id="28" name="Google Shape;28;p18"/>
              <p:cNvSpPr/>
              <p:nvPr/>
            </p:nvSpPr>
            <p:spPr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l" t="t" r="r" b="b"/>
                <a:pathLst>
                  <a:path w="24" h="23" extrusionOk="0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" name="Google Shape;29;p18"/>
              <p:cNvSpPr/>
              <p:nvPr/>
            </p:nvSpPr>
            <p:spPr>
              <a:xfrm>
                <a:off x="133350" y="4662488"/>
                <a:ext cx="23813" cy="2181225"/>
              </a:xfrm>
              <a:prstGeom prst="rect">
                <a:avLst/>
              </a:pr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" name="Google Shape;30;p18"/>
              <p:cNvSpPr/>
              <p:nvPr/>
            </p:nvSpPr>
            <p:spPr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l" t="t" r="r" b="b"/>
                <a:pathLst>
                  <a:path w="233" h="1135" extrusionOk="0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</p:sp>
          <p:sp>
            <p:nvSpPr>
              <p:cNvPr id="31" name="Google Shape;31;p18"/>
              <p:cNvSpPr/>
              <p:nvPr/>
            </p:nvSpPr>
            <p:spPr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40" h="40" extrusionOk="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" name="Google Shape;32;p18"/>
              <p:cNvSpPr/>
              <p:nvPr/>
            </p:nvSpPr>
            <p:spPr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l" t="t" r="r" b="b"/>
                <a:pathLst>
                  <a:path w="54" h="766" extrusionOk="0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</p:sp>
          <p:sp>
            <p:nvSpPr>
              <p:cNvPr id="33" name="Google Shape;33;p18"/>
              <p:cNvSpPr/>
              <p:nvPr/>
            </p:nvSpPr>
            <p:spPr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l" t="t" r="r" b="b"/>
                <a:pathLst>
                  <a:path w="40" h="40" extrusionOk="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" name="Google Shape;34;p18"/>
              <p:cNvSpPr/>
              <p:nvPr/>
            </p:nvSpPr>
            <p:spPr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l" t="t" r="r" b="b"/>
                <a:pathLst>
                  <a:path w="236" h="898" extrusionOk="0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</p:sp>
          <p:sp>
            <p:nvSpPr>
              <p:cNvPr id="35" name="Google Shape;35;p18"/>
              <p:cNvSpPr/>
              <p:nvPr/>
            </p:nvSpPr>
            <p:spPr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l" t="t" r="r" b="b"/>
                <a:pathLst>
                  <a:path w="96" h="575" extrusionOk="0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</p:sp>
          <p:sp>
            <p:nvSpPr>
              <p:cNvPr id="36" name="Google Shape;36;p18"/>
              <p:cNvSpPr/>
              <p:nvPr/>
            </p:nvSpPr>
            <p:spPr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40" h="40" extrusionOk="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" name="Google Shape;37;p18"/>
              <p:cNvSpPr/>
              <p:nvPr/>
            </p:nvSpPr>
            <p:spPr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40" h="40" extrusionOk="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" name="Google Shape;38;p18"/>
              <p:cNvSpPr/>
              <p:nvPr/>
            </p:nvSpPr>
            <p:spPr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l" t="t" r="r" b="b"/>
                <a:pathLst>
                  <a:path w="263" h="326" extrusionOk="0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</p:sp>
          <p:sp>
            <p:nvSpPr>
              <p:cNvPr id="39" name="Google Shape;39;p18"/>
              <p:cNvSpPr/>
              <p:nvPr/>
            </p:nvSpPr>
            <p:spPr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l" t="t" r="r" b="b"/>
                <a:pathLst>
                  <a:path w="33" h="31" extrusionOk="0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0" name="Google Shape;40;p18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</p:grpSpPr>
          <p:sp>
            <p:nvSpPr>
              <p:cNvPr id="41" name="Google Shape;41;p18"/>
              <p:cNvSpPr/>
              <p:nvPr/>
            </p:nvSpPr>
            <p:spPr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l" t="t" r="r" b="b"/>
                <a:pathLst>
                  <a:path w="263" h="323" extrusionOk="0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adFill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B95DE">
                      <a:alpha val="60000"/>
                    </a:srgbClr>
                  </a:gs>
                </a:gsLst>
                <a:lin ang="5400000" scaled="0"/>
              </a:gradFill>
              <a:ln>
                <a:noFill/>
              </a:ln>
            </p:spPr>
          </p:sp>
          <p:sp>
            <p:nvSpPr>
              <p:cNvPr id="42" name="Google Shape;42;p18"/>
              <p:cNvSpPr/>
              <p:nvPr/>
            </p:nvSpPr>
            <p:spPr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33" h="32" extrusionOk="0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adFill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B95DE">
                      <a:alpha val="60000"/>
                    </a:srgbClr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" name="Google Shape;43;p18"/>
              <p:cNvSpPr/>
              <p:nvPr/>
            </p:nvSpPr>
            <p:spPr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40" h="40" extrusionOk="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B95DE">
                      <a:alpha val="60000"/>
                    </a:srgbClr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" name="Google Shape;44;p18"/>
              <p:cNvSpPr/>
              <p:nvPr/>
            </p:nvSpPr>
            <p:spPr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l" t="t" r="r" b="b"/>
                <a:pathLst>
                  <a:path w="188" h="727" extrusionOk="0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adFill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B95DE">
                      <a:alpha val="60000"/>
                    </a:srgbClr>
                  </a:gs>
                </a:gsLst>
                <a:lin ang="5400000" scaled="0"/>
              </a:gradFill>
              <a:ln>
                <a:noFill/>
              </a:ln>
            </p:spPr>
          </p:sp>
          <p:sp>
            <p:nvSpPr>
              <p:cNvPr id="45" name="Google Shape;45;p18"/>
              <p:cNvSpPr/>
              <p:nvPr/>
            </p:nvSpPr>
            <p:spPr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33" h="33" extrusionOk="0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adFill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B95DE">
                      <a:alpha val="60000"/>
                    </a:srgbClr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" name="Google Shape;46;p18"/>
              <p:cNvSpPr/>
              <p:nvPr/>
            </p:nvSpPr>
            <p:spPr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l" t="t" r="r" b="b"/>
                <a:pathLst>
                  <a:path w="192" h="973" extrusionOk="0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adFill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B95DE">
                      <a:alpha val="60000"/>
                    </a:srgbClr>
                  </a:gs>
                </a:gsLst>
                <a:lin ang="5400000" scaled="0"/>
              </a:gradFill>
              <a:ln>
                <a:noFill/>
              </a:ln>
            </p:spPr>
          </p:sp>
          <p:sp>
            <p:nvSpPr>
              <p:cNvPr id="47" name="Google Shape;47;p18"/>
              <p:cNvSpPr/>
              <p:nvPr/>
            </p:nvSpPr>
            <p:spPr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l" t="t" r="r" b="b"/>
                <a:pathLst>
                  <a:path w="40" h="40" extrusionOk="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B95DE">
                      <a:alpha val="60000"/>
                    </a:srgbClr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" name="Google Shape;48;p18"/>
              <p:cNvSpPr/>
              <p:nvPr/>
            </p:nvSpPr>
            <p:spPr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l" t="t" r="r" b="b"/>
                <a:pathLst>
                  <a:path w="194" h="1135" extrusionOk="0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adFill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B95DE">
                      <a:alpha val="60000"/>
                    </a:srgbClr>
                  </a:gs>
                </a:gsLst>
                <a:lin ang="5400000" scaled="0"/>
              </a:gradFill>
              <a:ln>
                <a:noFill/>
              </a:ln>
            </p:spPr>
          </p:sp>
          <p:sp>
            <p:nvSpPr>
              <p:cNvPr id="49" name="Google Shape;49;p18"/>
              <p:cNvSpPr/>
              <p:nvPr/>
            </p:nvSpPr>
            <p:spPr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l" t="t" r="r" b="b"/>
                <a:pathLst>
                  <a:path w="40" h="40" extrusionOk="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B95DE">
                      <a:alpha val="60000"/>
                    </a:srgbClr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" name="Google Shape;50;p18"/>
              <p:cNvSpPr/>
              <p:nvPr/>
            </p:nvSpPr>
            <p:spPr>
              <a:xfrm>
                <a:off x="11939587" y="6596063"/>
                <a:ext cx="23813" cy="252413"/>
              </a:xfrm>
              <a:prstGeom prst="rect">
                <a:avLst/>
              </a:prstGeom>
              <a:gradFill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B95DE">
                      <a:alpha val="60000"/>
                    </a:srgbClr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51" name="Google Shape;51;p18"/>
          <p:cNvSpPr txBox="1"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wentieth Century"/>
              <a:buNone/>
              <a:defRPr sz="360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2" name="Google Shape;52;p18"/>
          <p:cNvSpPr txBox="1"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191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Char char="•"/>
              <a:defRPr sz="240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marL="914400" marR="0" lvl="1" indent="-38735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rial"/>
              <a:buChar char="•"/>
              <a:defRPr sz="200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marL="1371600" marR="0" lvl="2" indent="-371475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marL="1828800" marR="0" lvl="3" indent="-355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sz="160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marL="2286000" marR="0" lvl="4" indent="-355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sz="160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marL="2743200" marR="0" lvl="5" indent="-339725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Char char="•"/>
              <a:defRPr sz="140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marL="3200400" marR="0" lvl="6" indent="-339725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Char char="•"/>
              <a:defRPr sz="140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marL="3657600" marR="0" lvl="7" indent="-339725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Char char="•"/>
              <a:defRPr sz="140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marL="4114800" marR="0" lvl="8" indent="-339725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Char char="•"/>
              <a:defRPr sz="140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endParaRPr/>
          </a:p>
        </p:txBody>
      </p:sp>
      <p:sp>
        <p:nvSpPr>
          <p:cNvPr id="53" name="Google Shape;53;p18"/>
          <p:cNvSpPr txBox="1">
            <a:spLocks noGrp="1"/>
          </p:cNvSpPr>
          <p:nvPr>
            <p:ph type="dt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endParaRPr/>
          </a:p>
        </p:txBody>
      </p:sp>
      <p:sp>
        <p:nvSpPr>
          <p:cNvPr id="54" name="Google Shape;54;p18"/>
          <p:cNvSpPr txBox="1">
            <a:spLocks noGrp="1"/>
          </p:cNvSpPr>
          <p:nvPr>
            <p:ph type="ft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endParaRPr/>
          </a:p>
        </p:txBody>
      </p:sp>
      <p:sp>
        <p:nvSpPr>
          <p:cNvPr id="55" name="Google Shape;55;p18"/>
          <p:cNvSpPr txBox="1">
            <a:spLocks noGrp="1"/>
          </p:cNvSpPr>
          <p:nvPr>
            <p:ph type="sldNum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3" r:id="rId13"/>
    <p:sldLayoutId id="2147483664" r:id="rId14"/>
    <p:sldLayoutId id="2147483665" r:id="rId1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jp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5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5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8" name="Google Shape;238;p1"/>
          <p:cNvGrpSpPr/>
          <p:nvPr/>
        </p:nvGrpSpPr>
        <p:grpSpPr>
          <a:xfrm>
            <a:off x="0" y="-1"/>
            <a:ext cx="12192005" cy="6858000"/>
            <a:chOff x="0" y="-1"/>
            <a:chExt cx="12192005" cy="6858000"/>
          </a:xfrm>
        </p:grpSpPr>
        <p:sp>
          <p:nvSpPr>
            <p:cNvPr id="239" name="Google Shape;239;p1"/>
            <p:cNvSpPr/>
            <p:nvPr/>
          </p:nvSpPr>
          <p:spPr>
            <a:xfrm>
              <a:off x="1" y="-1"/>
              <a:ext cx="12192000" cy="685800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pic>
          <p:nvPicPr>
            <p:cNvPr id="240" name="Google Shape;240;p1"/>
            <p:cNvPicPr preferRelativeResize="0"/>
            <p:nvPr/>
          </p:nvPicPr>
          <p:blipFill rotWithShape="1">
            <a:blip r:embed="rId4">
              <a:alphaModFix amt="30000"/>
            </a:blip>
            <a:srcRect/>
            <a:stretch/>
          </p:blipFill>
          <p:spPr>
            <a:xfrm>
              <a:off x="0" y="-1"/>
              <a:ext cx="12192005" cy="68580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41" name="Google Shape;241;p1" descr="close up of circuit board"/>
          <p:cNvPicPr preferRelativeResize="0"/>
          <p:nvPr/>
        </p:nvPicPr>
        <p:blipFill rotWithShape="1">
          <a:blip r:embed="rId5">
            <a:alphaModFix amt="30000"/>
          </a:blip>
          <a:srcRect t="6507" b="9196"/>
          <a:stretch/>
        </p:blipFill>
        <p:spPr>
          <a:xfrm>
            <a:off x="43874" y="10351"/>
            <a:ext cx="12188387" cy="685798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2" name="Google Shape;242;p1"/>
          <p:cNvGrpSpPr/>
          <p:nvPr/>
        </p:nvGrpSpPr>
        <p:grpSpPr>
          <a:xfrm>
            <a:off x="605899" y="1505240"/>
            <a:ext cx="10982062" cy="3439602"/>
            <a:chOff x="605895" y="2267459"/>
            <a:chExt cx="10982062" cy="2396100"/>
          </a:xfrm>
        </p:grpSpPr>
        <p:sp>
          <p:nvSpPr>
            <p:cNvPr id="243" name="Google Shape;243;p1"/>
            <p:cNvSpPr/>
            <p:nvPr/>
          </p:nvSpPr>
          <p:spPr>
            <a:xfrm>
              <a:off x="2609606" y="2267459"/>
              <a:ext cx="7027200" cy="2396100"/>
            </a:xfrm>
            <a:prstGeom prst="round2DiagRect">
              <a:avLst>
                <a:gd name="adj1" fmla="val 9246"/>
                <a:gd name="adj2" fmla="val 0"/>
              </a:avLst>
            </a:prstGeom>
            <a:solidFill>
              <a:schemeClr val="dk1">
                <a:alpha val="80000"/>
              </a:schemeClr>
            </a:solidFill>
            <a:ln w="19050" cap="sq" cmpd="sng">
              <a:solidFill>
                <a:schemeClr val="lt2">
                  <a:alpha val="60000"/>
                </a:schemeClr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88900" dist="38100" dir="5400000" algn="t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ctr">
                <a:buSzPts val="1800"/>
              </a:pPr>
              <a:r>
                <a:rPr lang="en-US" dirty="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"Building realistic scenarios to increase confidence and decision-making skills for Emergency Medical Technicians”</a:t>
              </a:r>
            </a:p>
            <a:p>
              <a:pPr algn="ctr">
                <a:buSzPts val="1800"/>
              </a:pPr>
              <a:endParaRPr lang="en-US" dirty="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  <a:p>
              <a:pPr algn="ctr">
                <a:buSzPts val="1800"/>
              </a:pPr>
              <a:r>
                <a:rPr lang="en-US" sz="1600" dirty="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Phase 2: Information Architecture, Wireframing &amp; User Flow Diagram</a:t>
              </a: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 dirty="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grpSp>
          <p:nvGrpSpPr>
            <p:cNvPr id="244" name="Google Shape;244;p1"/>
            <p:cNvGrpSpPr/>
            <p:nvPr/>
          </p:nvGrpSpPr>
          <p:grpSpPr>
            <a:xfrm>
              <a:off x="605895" y="2900097"/>
              <a:ext cx="10982062" cy="1211524"/>
              <a:chOff x="605895" y="2900097"/>
              <a:chExt cx="10982062" cy="1211524"/>
            </a:xfrm>
          </p:grpSpPr>
          <p:sp>
            <p:nvSpPr>
              <p:cNvPr id="245" name="Google Shape;245;p1"/>
              <p:cNvSpPr/>
              <p:nvPr/>
            </p:nvSpPr>
            <p:spPr>
              <a:xfrm rot="-5400000" flipH="1">
                <a:off x="9653587" y="3379784"/>
                <a:ext cx="417513" cy="512763"/>
              </a:xfrm>
              <a:custGeom>
                <a:avLst/>
                <a:gdLst/>
                <a:ahLst/>
                <a:cxnLst/>
                <a:rect l="l" t="t" r="r" b="b"/>
                <a:pathLst>
                  <a:path w="263" h="323" extrusionOk="0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solidFill>
                <a:schemeClr val="lt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7250"/>
                  </a:srgbClr>
                </a:outerShdw>
              </a:effectLst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246" name="Google Shape;246;p1"/>
              <p:cNvSpPr/>
              <p:nvPr/>
            </p:nvSpPr>
            <p:spPr>
              <a:xfrm rot="-5400000" flipH="1">
                <a:off x="10078244" y="3310728"/>
                <a:ext cx="157163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33" h="32" extrusionOk="0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solidFill>
                <a:schemeClr val="lt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7250"/>
                  </a:srgbClr>
                </a:outerShdw>
              </a:effectLst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247" name="Google Shape;247;p1"/>
              <p:cNvSpPr/>
              <p:nvPr/>
            </p:nvSpPr>
            <p:spPr>
              <a:xfrm rot="-5400000" flipH="1">
                <a:off x="11146631" y="3574253"/>
                <a:ext cx="188913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40" h="40" extrusionOk="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solidFill>
                <a:schemeClr val="lt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7250"/>
                  </a:srgbClr>
                </a:outerShdw>
              </a:effectLst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248" name="Google Shape;248;p1"/>
              <p:cNvSpPr/>
              <p:nvPr/>
            </p:nvSpPr>
            <p:spPr>
              <a:xfrm rot="-5400000" flipH="1">
                <a:off x="10230644" y="3034502"/>
                <a:ext cx="304800" cy="1544638"/>
              </a:xfrm>
              <a:custGeom>
                <a:avLst/>
                <a:gdLst/>
                <a:ahLst/>
                <a:cxnLst/>
                <a:rect l="l" t="t" r="r" b="b"/>
                <a:pathLst>
                  <a:path w="192" h="973" extrusionOk="0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solidFill>
                <a:schemeClr val="lt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7250"/>
                  </a:srgbClr>
                </a:outerShdw>
              </a:effectLst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249" name="Google Shape;249;p1"/>
              <p:cNvSpPr/>
              <p:nvPr/>
            </p:nvSpPr>
            <p:spPr>
              <a:xfrm rot="5400000">
                <a:off x="10034587" y="2562753"/>
                <a:ext cx="298450" cy="1154113"/>
              </a:xfrm>
              <a:custGeom>
                <a:avLst/>
                <a:gdLst/>
                <a:ahLst/>
                <a:cxnLst/>
                <a:rect l="l" t="t" r="r" b="b"/>
                <a:pathLst>
                  <a:path w="188" h="727" extrusionOk="0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solidFill>
                <a:schemeClr val="lt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7250"/>
                  </a:srgbClr>
                </a:outerShdw>
              </a:effectLst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250" name="Google Shape;250;p1"/>
              <p:cNvSpPr/>
              <p:nvPr/>
            </p:nvSpPr>
            <p:spPr>
              <a:xfrm rot="5400000">
                <a:off x="10747375" y="3232679"/>
                <a:ext cx="157163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33" h="33" extrusionOk="0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solidFill>
                <a:schemeClr val="lt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7250"/>
                  </a:srgbClr>
                </a:outerShdw>
              </a:effectLst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251" name="Google Shape;251;p1"/>
              <p:cNvSpPr/>
              <p:nvPr/>
            </p:nvSpPr>
            <p:spPr>
              <a:xfrm rot="5400000">
                <a:off x="11399044" y="3095360"/>
                <a:ext cx="188913" cy="188913"/>
              </a:xfrm>
              <a:custGeom>
                <a:avLst/>
                <a:gdLst/>
                <a:ahLst/>
                <a:cxnLst/>
                <a:rect l="l" t="t" r="r" b="b"/>
                <a:pathLst>
                  <a:path w="40" h="40" extrusionOk="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solidFill>
                <a:schemeClr val="lt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7250"/>
                  </a:srgbClr>
                </a:outerShdw>
              </a:effectLst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252" name="Google Shape;252;p1"/>
              <p:cNvSpPr/>
              <p:nvPr/>
            </p:nvSpPr>
            <p:spPr>
              <a:xfrm rot="5400000">
                <a:off x="10353675" y="2153178"/>
                <a:ext cx="307975" cy="1801813"/>
              </a:xfrm>
              <a:custGeom>
                <a:avLst/>
                <a:gdLst/>
                <a:ahLst/>
                <a:cxnLst/>
                <a:rect l="l" t="t" r="r" b="b"/>
                <a:pathLst>
                  <a:path w="194" h="1135" extrusionOk="0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solidFill>
                <a:schemeClr val="lt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7250"/>
                  </a:srgbClr>
                </a:outerShdw>
              </a:effectLst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253" name="Google Shape;253;p1"/>
              <p:cNvSpPr/>
              <p:nvPr/>
            </p:nvSpPr>
            <p:spPr>
              <a:xfrm rot="5400000">
                <a:off x="9848850" y="3308878"/>
                <a:ext cx="190500" cy="188913"/>
              </a:xfrm>
              <a:custGeom>
                <a:avLst/>
                <a:gdLst/>
                <a:ahLst/>
                <a:cxnLst/>
                <a:rect l="l" t="t" r="r" b="b"/>
                <a:pathLst>
                  <a:path w="40" h="40" extrusionOk="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solidFill>
                <a:schemeClr val="lt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7250"/>
                  </a:srgbClr>
                </a:outerShdw>
              </a:effectLst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254" name="Google Shape;254;p1"/>
              <p:cNvSpPr/>
              <p:nvPr/>
            </p:nvSpPr>
            <p:spPr>
              <a:xfrm rot="5400000">
                <a:off x="9721169" y="3284272"/>
                <a:ext cx="23700" cy="252300"/>
              </a:xfrm>
              <a:prstGeom prst="rect">
                <a:avLst/>
              </a:prstGeom>
              <a:solidFill>
                <a:schemeClr val="lt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7250"/>
                  </a:srgbClr>
                </a:outerShdw>
              </a:effectLst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255" name="Google Shape;255;p1"/>
              <p:cNvSpPr/>
              <p:nvPr/>
            </p:nvSpPr>
            <p:spPr>
              <a:xfrm rot="5400000">
                <a:off x="2122751" y="3532184"/>
                <a:ext cx="417513" cy="512763"/>
              </a:xfrm>
              <a:custGeom>
                <a:avLst/>
                <a:gdLst/>
                <a:ahLst/>
                <a:cxnLst/>
                <a:rect l="l" t="t" r="r" b="b"/>
                <a:pathLst>
                  <a:path w="263" h="323" extrusionOk="0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solidFill>
                <a:schemeClr val="lt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7250"/>
                  </a:srgbClr>
                </a:outerShdw>
              </a:effectLst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256" name="Google Shape;256;p1"/>
              <p:cNvSpPr/>
              <p:nvPr/>
            </p:nvSpPr>
            <p:spPr>
              <a:xfrm rot="5400000">
                <a:off x="1958445" y="3463128"/>
                <a:ext cx="157163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33" h="32" extrusionOk="0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solidFill>
                <a:schemeClr val="lt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7250"/>
                  </a:srgbClr>
                </a:outerShdw>
              </a:effectLst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257" name="Google Shape;257;p1"/>
              <p:cNvSpPr/>
              <p:nvPr/>
            </p:nvSpPr>
            <p:spPr>
              <a:xfrm rot="5400000">
                <a:off x="858308" y="3726653"/>
                <a:ext cx="188913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40" h="40" extrusionOk="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solidFill>
                <a:schemeClr val="lt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7250"/>
                  </a:srgbClr>
                </a:outerShdw>
              </a:effectLst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258" name="Google Shape;258;p1"/>
              <p:cNvSpPr/>
              <p:nvPr/>
            </p:nvSpPr>
            <p:spPr>
              <a:xfrm rot="5400000">
                <a:off x="1658407" y="3186902"/>
                <a:ext cx="304800" cy="1544638"/>
              </a:xfrm>
              <a:custGeom>
                <a:avLst/>
                <a:gdLst/>
                <a:ahLst/>
                <a:cxnLst/>
                <a:rect l="l" t="t" r="r" b="b"/>
                <a:pathLst>
                  <a:path w="192" h="973" extrusionOk="0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solidFill>
                <a:schemeClr val="lt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7250"/>
                  </a:srgbClr>
                </a:outerShdw>
              </a:effectLst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259" name="Google Shape;259;p1"/>
              <p:cNvSpPr/>
              <p:nvPr/>
            </p:nvSpPr>
            <p:spPr>
              <a:xfrm rot="-5400000" flipH="1">
                <a:off x="1860814" y="2715153"/>
                <a:ext cx="298450" cy="1154113"/>
              </a:xfrm>
              <a:custGeom>
                <a:avLst/>
                <a:gdLst/>
                <a:ahLst/>
                <a:cxnLst/>
                <a:rect l="l" t="t" r="r" b="b"/>
                <a:pathLst>
                  <a:path w="188" h="727" extrusionOk="0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solidFill>
                <a:schemeClr val="lt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7250"/>
                  </a:srgbClr>
                </a:outerShdw>
              </a:effectLst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260" name="Google Shape;260;p1"/>
              <p:cNvSpPr/>
              <p:nvPr/>
            </p:nvSpPr>
            <p:spPr>
              <a:xfrm rot="-5400000" flipH="1">
                <a:off x="1289314" y="3385079"/>
                <a:ext cx="157163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33" h="33" extrusionOk="0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solidFill>
                <a:schemeClr val="lt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7250"/>
                  </a:srgbClr>
                </a:outerShdw>
              </a:effectLst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261" name="Google Shape;261;p1"/>
              <p:cNvSpPr/>
              <p:nvPr/>
            </p:nvSpPr>
            <p:spPr>
              <a:xfrm rot="-5400000" flipH="1">
                <a:off x="605895" y="3247760"/>
                <a:ext cx="188913" cy="188913"/>
              </a:xfrm>
              <a:custGeom>
                <a:avLst/>
                <a:gdLst/>
                <a:ahLst/>
                <a:cxnLst/>
                <a:rect l="l" t="t" r="r" b="b"/>
                <a:pathLst>
                  <a:path w="40" h="40" extrusionOk="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solidFill>
                <a:schemeClr val="lt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7250"/>
                  </a:srgbClr>
                </a:outerShdw>
              </a:effectLst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262" name="Google Shape;262;p1"/>
              <p:cNvSpPr/>
              <p:nvPr/>
            </p:nvSpPr>
            <p:spPr>
              <a:xfrm rot="-5400000" flipH="1">
                <a:off x="1532202" y="2305578"/>
                <a:ext cx="307975" cy="1801813"/>
              </a:xfrm>
              <a:custGeom>
                <a:avLst/>
                <a:gdLst/>
                <a:ahLst/>
                <a:cxnLst/>
                <a:rect l="l" t="t" r="r" b="b"/>
                <a:pathLst>
                  <a:path w="194" h="1135" extrusionOk="0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solidFill>
                <a:schemeClr val="lt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7250"/>
                  </a:srgbClr>
                </a:outerShdw>
              </a:effectLst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263" name="Google Shape;263;p1"/>
              <p:cNvSpPr/>
              <p:nvPr/>
            </p:nvSpPr>
            <p:spPr>
              <a:xfrm rot="-5400000" flipH="1">
                <a:off x="2154501" y="3461278"/>
                <a:ext cx="190500" cy="188913"/>
              </a:xfrm>
              <a:custGeom>
                <a:avLst/>
                <a:gdLst/>
                <a:ahLst/>
                <a:cxnLst/>
                <a:rect l="l" t="t" r="r" b="b"/>
                <a:pathLst>
                  <a:path w="40" h="40" extrusionOk="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solidFill>
                <a:schemeClr val="lt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7250"/>
                  </a:srgbClr>
                </a:outerShdw>
              </a:effectLst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264" name="Google Shape;264;p1"/>
              <p:cNvSpPr/>
              <p:nvPr/>
            </p:nvSpPr>
            <p:spPr>
              <a:xfrm rot="-5400000" flipH="1">
                <a:off x="2448983" y="3436672"/>
                <a:ext cx="23700" cy="252300"/>
              </a:xfrm>
              <a:prstGeom prst="rect">
                <a:avLst/>
              </a:prstGeom>
              <a:solidFill>
                <a:schemeClr val="lt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7250"/>
                  </a:srgbClr>
                </a:outerShdw>
              </a:effectLst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</p:grpSp>
      </p:grpSp>
      <p:sp>
        <p:nvSpPr>
          <p:cNvPr id="265" name="Google Shape;265;p1"/>
          <p:cNvSpPr txBox="1">
            <a:spLocks noGrp="1"/>
          </p:cNvSpPr>
          <p:nvPr>
            <p:ph type="ctrTitle"/>
          </p:nvPr>
        </p:nvSpPr>
        <p:spPr>
          <a:xfrm>
            <a:off x="2751538" y="1169490"/>
            <a:ext cx="6858000" cy="96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en-US" sz="2800" dirty="0">
                <a:latin typeface="Arial"/>
                <a:ea typeface="Arial"/>
                <a:cs typeface="Arial"/>
                <a:sym typeface="Arial"/>
              </a:rPr>
              <a:t>EMT Simu-Save</a:t>
            </a:r>
            <a:endParaRPr sz="2800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1"/>
          <p:cNvSpPr txBox="1">
            <a:spLocks noGrp="1"/>
          </p:cNvSpPr>
          <p:nvPr>
            <p:ph type="subTitle" idx="1"/>
          </p:nvPr>
        </p:nvSpPr>
        <p:spPr>
          <a:xfrm>
            <a:off x="4562443" y="3742499"/>
            <a:ext cx="2919900" cy="41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500"/>
              <a:buNone/>
            </a:pPr>
            <a:r>
              <a:rPr lang="en-US" dirty="0"/>
              <a:t>CODEBLUE COLLECTIVE</a:t>
            </a:r>
            <a:endParaRPr dirty="0"/>
          </a:p>
        </p:txBody>
      </p:sp>
      <p:sp>
        <p:nvSpPr>
          <p:cNvPr id="267" name="Google Shape;267;p1"/>
          <p:cNvSpPr txBox="1"/>
          <p:nvPr/>
        </p:nvSpPr>
        <p:spPr>
          <a:xfrm>
            <a:off x="3413443" y="4373612"/>
            <a:ext cx="52179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Meghan Lawrence, Sophia Worsham, Daniel Hall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68" name="Google Shape;268;p1"/>
          <p:cNvCxnSpPr/>
          <p:nvPr/>
        </p:nvCxnSpPr>
        <p:spPr>
          <a:xfrm rot="10800000" flipH="1">
            <a:off x="2601441" y="4259505"/>
            <a:ext cx="6993300" cy="14700"/>
          </a:xfrm>
          <a:prstGeom prst="straightConnector1">
            <a:avLst/>
          </a:prstGeom>
          <a:noFill/>
          <a:ln w="1587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CA3777F-B0E5-AB4C-034F-176F66456E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9239" y="127819"/>
            <a:ext cx="7035281" cy="6602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00154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66E1847-5E60-EF5A-0321-7071ABD828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0035" y="205038"/>
            <a:ext cx="6472455" cy="6392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67649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2997C9"/>
            </a:gs>
            <a:gs pos="100000">
              <a:srgbClr val="002355"/>
            </a:gs>
          </a:gsLst>
          <a:lin ang="5040080" scaled="0"/>
        </a:gradFill>
        <a:effectLst/>
      </p:bgPr>
    </p:bg>
    <p:spTree>
      <p:nvGrpSpPr>
        <p:cNvPr id="1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g38120339156_2_12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2997C9"/>
              </a:gs>
              <a:gs pos="100000">
                <a:srgbClr val="002355"/>
              </a:gs>
            </a:gsLst>
            <a:lin ang="504008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526" name="Google Shape;526;g38120339156_2_125"/>
          <p:cNvSpPr txBox="1">
            <a:spLocks noGrp="1"/>
          </p:cNvSpPr>
          <p:nvPr>
            <p:ph type="title"/>
          </p:nvPr>
        </p:nvSpPr>
        <p:spPr>
          <a:xfrm>
            <a:off x="1141413" y="618518"/>
            <a:ext cx="9906000" cy="14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wentieth Century"/>
              <a:buNone/>
            </a:pPr>
            <a:r>
              <a:rPr lang="en-US" b="1" dirty="0"/>
              <a:t>Content Strategy &amp; Information Hierarchy</a:t>
            </a:r>
            <a:endParaRPr b="1" dirty="0"/>
          </a:p>
        </p:txBody>
      </p:sp>
      <p:grpSp>
        <p:nvGrpSpPr>
          <p:cNvPr id="527" name="Google Shape;527;g38120339156_2_125"/>
          <p:cNvGrpSpPr/>
          <p:nvPr/>
        </p:nvGrpSpPr>
        <p:grpSpPr>
          <a:xfrm>
            <a:off x="137651" y="1901286"/>
            <a:ext cx="11769733" cy="3378185"/>
            <a:chOff x="0" y="2"/>
            <a:chExt cx="9586270" cy="3635943"/>
          </a:xfrm>
        </p:grpSpPr>
        <p:sp>
          <p:nvSpPr>
            <p:cNvPr id="528" name="Google Shape;528;g38120339156_2_125"/>
            <p:cNvSpPr/>
            <p:nvPr/>
          </p:nvSpPr>
          <p:spPr>
            <a:xfrm>
              <a:off x="0" y="2"/>
              <a:ext cx="3095700" cy="3584700"/>
            </a:xfrm>
            <a:prstGeom prst="rect">
              <a:avLst/>
            </a:prstGeom>
            <a:gradFill>
              <a:gsLst>
                <a:gs pos="0">
                  <a:srgbClr val="FBB35A"/>
                </a:gs>
                <a:gs pos="100000">
                  <a:srgbClr val="EF9619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9" name="Google Shape;529;g38120339156_2_125"/>
            <p:cNvSpPr txBox="1"/>
            <p:nvPr/>
          </p:nvSpPr>
          <p:spPr>
            <a:xfrm>
              <a:off x="117116" y="27002"/>
              <a:ext cx="2743201" cy="34007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68575" rIns="68575" bIns="68575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270"/>
                </a:spcBef>
                <a:spcAft>
                  <a:spcPts val="0"/>
                </a:spcAft>
                <a:buNone/>
              </a:pPr>
              <a:endParaRPr sz="1800" b="1" dirty="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530" name="Google Shape;530;g38120339156_2_125"/>
            <p:cNvSpPr/>
            <p:nvPr/>
          </p:nvSpPr>
          <p:spPr>
            <a:xfrm>
              <a:off x="3178733" y="27002"/>
              <a:ext cx="3095700" cy="3530700"/>
            </a:xfrm>
            <a:prstGeom prst="rect">
              <a:avLst/>
            </a:prstGeom>
            <a:gradFill>
              <a:gsLst>
                <a:gs pos="0">
                  <a:srgbClr val="DA6C5A"/>
                </a:gs>
                <a:gs pos="100000">
                  <a:srgbClr val="CA3D2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1" name="Google Shape;531;g38120339156_2_125"/>
            <p:cNvSpPr txBox="1"/>
            <p:nvPr/>
          </p:nvSpPr>
          <p:spPr>
            <a:xfrm>
              <a:off x="3166471" y="30941"/>
              <a:ext cx="3095700" cy="3584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68575" rIns="68575" bIns="68575" anchor="t" anchorCtr="0">
              <a:noAutofit/>
            </a:bodyPr>
            <a:lstStyle/>
            <a:p>
              <a:r>
                <a:rPr lang="en-US" b="1" dirty="0"/>
                <a:t>Scenario Content Hierarchy:</a:t>
              </a:r>
            </a:p>
            <a:p>
              <a:endParaRPr lang="en-US" dirty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Critical Patient Info (Vitals, injuries - most prominent)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lang="en-US" dirty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Scene Context (Number of patients, resources)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lang="en-US" dirty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Action Buttons (Treatment decisions - large, accessible)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lang="en-US" dirty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AI Coaching (Guiding questions - supportive)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Reference Access (Protocol lookup - easily accessible)</a:t>
              </a:r>
            </a:p>
            <a:p>
              <a:endParaRPr lang="en-US" b="1" dirty="0"/>
            </a:p>
          </p:txBody>
        </p:sp>
        <p:sp>
          <p:nvSpPr>
            <p:cNvPr id="532" name="Google Shape;532;g38120339156_2_125"/>
            <p:cNvSpPr/>
            <p:nvPr/>
          </p:nvSpPr>
          <p:spPr>
            <a:xfrm>
              <a:off x="6357466" y="27003"/>
              <a:ext cx="3228804" cy="3569903"/>
            </a:xfrm>
            <a:prstGeom prst="rect">
              <a:avLst/>
            </a:prstGeom>
            <a:gradFill>
              <a:gsLst>
                <a:gs pos="0">
                  <a:srgbClr val="BA6CD8"/>
                </a:gs>
                <a:gs pos="100000">
                  <a:srgbClr val="A139C6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3" name="Google Shape;533;g38120339156_2_125"/>
            <p:cNvSpPr txBox="1"/>
            <p:nvPr/>
          </p:nvSpPr>
          <p:spPr>
            <a:xfrm>
              <a:off x="6357466" y="51245"/>
              <a:ext cx="3228804" cy="3584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68575" rIns="68575" bIns="68575" anchor="t" anchorCtr="0">
              <a:noAutofit/>
            </a:bodyPr>
            <a:lstStyle/>
            <a:p>
              <a:r>
                <a:rPr lang="en-US" b="1" dirty="0"/>
                <a:t>Design Philosophy:</a:t>
              </a:r>
              <a:r>
                <a:rPr lang="en-US" dirty="0"/>
                <a:t> </a:t>
              </a:r>
              <a:r>
                <a:rPr lang="en-US" b="1" dirty="0"/>
                <a:t>Progressive Disclosure:</a:t>
              </a:r>
              <a:r>
                <a:rPr lang="en-US" dirty="0"/>
                <a:t> </a:t>
              </a:r>
            </a:p>
            <a:p>
              <a:endParaRPr lang="en-US" dirty="0"/>
            </a:p>
            <a:p>
              <a:r>
                <a:rPr lang="en-US" dirty="0"/>
                <a:t>Present information in layers to avoid overwhelming users during high-stress emergency scenarios. </a:t>
              </a:r>
            </a:p>
            <a:p>
              <a:endParaRPr lang="en-US" dirty="0"/>
            </a:p>
            <a:p>
              <a:r>
                <a:rPr lang="en-US" dirty="0"/>
                <a:t>Critical decisions are prioritized, with supporting information readily accessible but not intrusive.</a:t>
              </a:r>
              <a:endParaRPr lang="en-US" b="1" dirty="0"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F9EBA617-1E2C-C2D4-3F32-6B84FDFB5F11}"/>
              </a:ext>
            </a:extLst>
          </p:cNvPr>
          <p:cNvSpPr txBox="1"/>
          <p:nvPr/>
        </p:nvSpPr>
        <p:spPr>
          <a:xfrm>
            <a:off x="194551" y="1975483"/>
            <a:ext cx="3641962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Dashboard Content Priority: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Immediate Actions (Continue/Start scenarios)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Progress Indicators (Visual progress bars)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AI Recommendations ("You should practice...")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Performance Insights (Areas needing improvement)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2997C9"/>
            </a:gs>
            <a:gs pos="100000">
              <a:srgbClr val="002355"/>
            </a:gs>
          </a:gsLst>
          <a:lin ang="5040080" scaled="0"/>
        </a:gradFill>
        <a:effectLst/>
      </p:bgPr>
    </p:bg>
    <p:spTree>
      <p:nvGrpSpPr>
        <p:cNvPr id="1" name="Shape 524">
          <a:extLst>
            <a:ext uri="{FF2B5EF4-FFF2-40B4-BE49-F238E27FC236}">
              <a16:creationId xmlns:a16="http://schemas.microsoft.com/office/drawing/2014/main" id="{CEF5AABF-2F3A-7F32-B1FB-7C3B0507EA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g38120339156_2_125">
            <a:extLst>
              <a:ext uri="{FF2B5EF4-FFF2-40B4-BE49-F238E27FC236}">
                <a16:creationId xmlns:a16="http://schemas.microsoft.com/office/drawing/2014/main" id="{82FB0D5C-4A14-1981-E405-D4785E92D66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2997C9"/>
              </a:gs>
              <a:gs pos="100000">
                <a:srgbClr val="002355"/>
              </a:gs>
            </a:gsLst>
            <a:lin ang="504008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526" name="Google Shape;526;g38120339156_2_125">
            <a:extLst>
              <a:ext uri="{FF2B5EF4-FFF2-40B4-BE49-F238E27FC236}">
                <a16:creationId xmlns:a16="http://schemas.microsoft.com/office/drawing/2014/main" id="{AC22C869-2E40-9571-8234-8DAAA07E78A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41413" y="618518"/>
            <a:ext cx="9906000" cy="14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wentieth Century"/>
              <a:buNone/>
            </a:pPr>
            <a:r>
              <a:rPr lang="en-US" b="1" dirty="0"/>
              <a:t>AI Integration Points</a:t>
            </a:r>
            <a:endParaRPr b="1" dirty="0"/>
          </a:p>
        </p:txBody>
      </p:sp>
      <p:grpSp>
        <p:nvGrpSpPr>
          <p:cNvPr id="527" name="Google Shape;527;g38120339156_2_125">
            <a:extLst>
              <a:ext uri="{FF2B5EF4-FFF2-40B4-BE49-F238E27FC236}">
                <a16:creationId xmlns:a16="http://schemas.microsoft.com/office/drawing/2014/main" id="{44399201-1FA4-06F7-B836-BC5281CB6F4C}"/>
              </a:ext>
            </a:extLst>
          </p:cNvPr>
          <p:cNvGrpSpPr/>
          <p:nvPr/>
        </p:nvGrpSpPr>
        <p:grpSpPr>
          <a:xfrm>
            <a:off x="137651" y="1901286"/>
            <a:ext cx="9143137" cy="3341913"/>
            <a:chOff x="0" y="2"/>
            <a:chExt cx="9449707" cy="3596904"/>
          </a:xfrm>
        </p:grpSpPr>
        <p:sp>
          <p:nvSpPr>
            <p:cNvPr id="528" name="Google Shape;528;g38120339156_2_125">
              <a:extLst>
                <a:ext uri="{FF2B5EF4-FFF2-40B4-BE49-F238E27FC236}">
                  <a16:creationId xmlns:a16="http://schemas.microsoft.com/office/drawing/2014/main" id="{AFEFE617-C1EF-442F-943E-CEF397F3CB16}"/>
                </a:ext>
              </a:extLst>
            </p:cNvPr>
            <p:cNvSpPr/>
            <p:nvPr/>
          </p:nvSpPr>
          <p:spPr>
            <a:xfrm>
              <a:off x="0" y="2"/>
              <a:ext cx="3095700" cy="3584700"/>
            </a:xfrm>
            <a:prstGeom prst="rect">
              <a:avLst/>
            </a:prstGeom>
            <a:gradFill>
              <a:gsLst>
                <a:gs pos="0">
                  <a:srgbClr val="FBB35A"/>
                </a:gs>
                <a:gs pos="100000">
                  <a:srgbClr val="EF9619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9" name="Google Shape;529;g38120339156_2_125">
              <a:extLst>
                <a:ext uri="{FF2B5EF4-FFF2-40B4-BE49-F238E27FC236}">
                  <a16:creationId xmlns:a16="http://schemas.microsoft.com/office/drawing/2014/main" id="{E662045D-F9AE-31A3-2FE3-1C22F788F642}"/>
                </a:ext>
              </a:extLst>
            </p:cNvPr>
            <p:cNvSpPr txBox="1"/>
            <p:nvPr/>
          </p:nvSpPr>
          <p:spPr>
            <a:xfrm>
              <a:off x="117116" y="27002"/>
              <a:ext cx="2743201" cy="34007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68575" rIns="68575" bIns="68575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270"/>
                </a:spcBef>
                <a:spcAft>
                  <a:spcPts val="0"/>
                </a:spcAft>
                <a:buNone/>
              </a:pPr>
              <a:endParaRPr sz="1800" b="1" dirty="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530" name="Google Shape;530;g38120339156_2_125">
              <a:extLst>
                <a:ext uri="{FF2B5EF4-FFF2-40B4-BE49-F238E27FC236}">
                  <a16:creationId xmlns:a16="http://schemas.microsoft.com/office/drawing/2014/main" id="{240A07F7-15EF-B082-95ED-A5DC3C6DA791}"/>
                </a:ext>
              </a:extLst>
            </p:cNvPr>
            <p:cNvSpPr/>
            <p:nvPr/>
          </p:nvSpPr>
          <p:spPr>
            <a:xfrm>
              <a:off x="3178733" y="27002"/>
              <a:ext cx="3095700" cy="3530700"/>
            </a:xfrm>
            <a:prstGeom prst="rect">
              <a:avLst/>
            </a:prstGeom>
            <a:gradFill>
              <a:gsLst>
                <a:gs pos="0">
                  <a:srgbClr val="DA6C5A"/>
                </a:gs>
                <a:gs pos="100000">
                  <a:srgbClr val="CA3D2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1" name="Google Shape;531;g38120339156_2_125">
              <a:extLst>
                <a:ext uri="{FF2B5EF4-FFF2-40B4-BE49-F238E27FC236}">
                  <a16:creationId xmlns:a16="http://schemas.microsoft.com/office/drawing/2014/main" id="{E10B138F-D4E9-D362-F0AF-0A36D7A43108}"/>
                </a:ext>
              </a:extLst>
            </p:cNvPr>
            <p:cNvSpPr txBox="1"/>
            <p:nvPr/>
          </p:nvSpPr>
          <p:spPr>
            <a:xfrm>
              <a:off x="3095700" y="2"/>
              <a:ext cx="3095700" cy="3584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68575" rIns="68575" bIns="68575" anchor="t" anchorCtr="0">
              <a:noAutofit/>
            </a:bodyPr>
            <a:lstStyle/>
            <a:p>
              <a:endParaRPr lang="en-US" b="1" dirty="0"/>
            </a:p>
            <a:p>
              <a:r>
                <a:rPr lang="en-US" b="1" dirty="0"/>
                <a:t>2. </a:t>
              </a:r>
              <a:r>
                <a:rPr lang="en-US" b="1" dirty="0" err="1"/>
                <a:t>DialoGPT</a:t>
              </a:r>
              <a:r>
                <a:rPr lang="en-US" b="1" dirty="0"/>
                <a:t> Socratic Teaching Engine</a:t>
              </a:r>
            </a:p>
            <a:p>
              <a:endParaRPr lang="en-US" dirty="0"/>
            </a:p>
            <a:p>
              <a:r>
                <a:rPr lang="en-US" b="1" dirty="0"/>
                <a:t>Location:</a:t>
              </a:r>
              <a:r>
                <a:rPr lang="en-US" dirty="0"/>
                <a:t> AI Coaching Panel, Interactive Q&amp;A</a:t>
              </a:r>
            </a:p>
            <a:p>
              <a:endParaRPr lang="en-US" dirty="0"/>
            </a:p>
            <a:p>
              <a:r>
                <a:rPr lang="en-US" b="1" dirty="0"/>
                <a:t>Function:</a:t>
              </a:r>
              <a:r>
                <a:rPr lang="en-US" dirty="0"/>
                <a:t> Generates conversational teaching responses using Socratic method</a:t>
              </a:r>
            </a:p>
            <a:p>
              <a:endParaRPr lang="en-US" dirty="0"/>
            </a:p>
            <a:p>
              <a:r>
                <a:rPr lang="en-US" b="1" dirty="0"/>
                <a:t>Benefit:</a:t>
              </a:r>
              <a:r>
                <a:rPr lang="en-US" dirty="0"/>
                <a:t> Builds confidence through guided discovery</a:t>
              </a:r>
            </a:p>
          </p:txBody>
        </p:sp>
        <p:sp>
          <p:nvSpPr>
            <p:cNvPr id="532" name="Google Shape;532;g38120339156_2_125">
              <a:extLst>
                <a:ext uri="{FF2B5EF4-FFF2-40B4-BE49-F238E27FC236}">
                  <a16:creationId xmlns:a16="http://schemas.microsoft.com/office/drawing/2014/main" id="{2716CDB0-B4DF-A46A-CCBD-3A98BFB68A63}"/>
                </a:ext>
              </a:extLst>
            </p:cNvPr>
            <p:cNvSpPr/>
            <p:nvPr/>
          </p:nvSpPr>
          <p:spPr>
            <a:xfrm>
              <a:off x="6357466" y="27003"/>
              <a:ext cx="2813889" cy="3569903"/>
            </a:xfrm>
            <a:prstGeom prst="rect">
              <a:avLst/>
            </a:prstGeom>
            <a:gradFill>
              <a:gsLst>
                <a:gs pos="0">
                  <a:srgbClr val="BA6CD8"/>
                </a:gs>
                <a:gs pos="100000">
                  <a:srgbClr val="A139C6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3" name="Google Shape;533;g38120339156_2_125">
              <a:extLst>
                <a:ext uri="{FF2B5EF4-FFF2-40B4-BE49-F238E27FC236}">
                  <a16:creationId xmlns:a16="http://schemas.microsoft.com/office/drawing/2014/main" id="{B1BDA8CC-0F6B-E67C-C010-80CCAEBF0191}"/>
                </a:ext>
              </a:extLst>
            </p:cNvPr>
            <p:cNvSpPr txBox="1"/>
            <p:nvPr/>
          </p:nvSpPr>
          <p:spPr>
            <a:xfrm>
              <a:off x="6354007" y="2"/>
              <a:ext cx="3095700" cy="3584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68575" rIns="68575" bIns="68575" anchor="t" anchorCtr="0">
              <a:noAutofit/>
            </a:bodyPr>
            <a:lstStyle/>
            <a:p>
              <a:endParaRPr lang="en-US" b="1" dirty="0"/>
            </a:p>
            <a:p>
              <a:r>
                <a:rPr lang="en-US" b="1" dirty="0"/>
                <a:t>3. Sentence Transformers Response Assessment</a:t>
              </a:r>
            </a:p>
            <a:p>
              <a:endParaRPr lang="en-US" dirty="0"/>
            </a:p>
            <a:p>
              <a:r>
                <a:rPr lang="en-US" b="1" dirty="0"/>
                <a:t>Location:</a:t>
              </a:r>
              <a:r>
                <a:rPr lang="en-US" dirty="0"/>
                <a:t> Behind-the-scenes quality control</a:t>
              </a:r>
            </a:p>
            <a:p>
              <a:endParaRPr lang="en-US" dirty="0"/>
            </a:p>
            <a:p>
              <a:r>
                <a:rPr lang="en-US" b="1" dirty="0"/>
                <a:t>Function:</a:t>
              </a:r>
              <a:r>
                <a:rPr lang="en-US" dirty="0"/>
                <a:t> Evaluates the quality of AI-generated responses before delivery</a:t>
              </a:r>
            </a:p>
            <a:p>
              <a:endParaRPr lang="en-US" dirty="0"/>
            </a:p>
            <a:p>
              <a:r>
                <a:rPr lang="en-US" b="1" dirty="0"/>
                <a:t>Reliability:</a:t>
              </a:r>
              <a:r>
                <a:rPr lang="en-US" dirty="0"/>
                <a:t> Ensures consistent educational quality</a:t>
              </a: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4C3D381C-4B2C-E489-9C7B-671E3C1ABBD6}"/>
              </a:ext>
            </a:extLst>
          </p:cNvPr>
          <p:cNvSpPr txBox="1"/>
          <p:nvPr/>
        </p:nvSpPr>
        <p:spPr>
          <a:xfrm>
            <a:off x="194551" y="1975483"/>
            <a:ext cx="3095700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endParaRPr lang="en-US" b="1" dirty="0"/>
          </a:p>
          <a:p>
            <a:pPr marL="342900" indent="-342900">
              <a:buAutoNum type="arabicPeriod"/>
            </a:pPr>
            <a:r>
              <a:rPr lang="en-US" b="1" dirty="0" err="1"/>
              <a:t>BioBERT</a:t>
            </a:r>
            <a:r>
              <a:rPr lang="en-US" b="1" dirty="0"/>
              <a:t> Medical Analysis Engine</a:t>
            </a:r>
          </a:p>
          <a:p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Location:</a:t>
            </a:r>
            <a:r>
              <a:rPr lang="en-US" dirty="0"/>
              <a:t> Active Scenario Interface, Post-Scenario Analysis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Function:</a:t>
            </a:r>
            <a:r>
              <a:rPr lang="en-US" dirty="0"/>
              <a:t> Analyzes medical accuracy of student responses against EMT protocols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Trust Factor:</a:t>
            </a:r>
            <a:r>
              <a:rPr lang="en-US" dirty="0"/>
              <a:t> Citations to specific EMT protocols</a:t>
            </a:r>
          </a:p>
        </p:txBody>
      </p:sp>
      <p:sp>
        <p:nvSpPr>
          <p:cNvPr id="4" name="Google Shape;532;g38120339156_2_125">
            <a:extLst>
              <a:ext uri="{FF2B5EF4-FFF2-40B4-BE49-F238E27FC236}">
                <a16:creationId xmlns:a16="http://schemas.microsoft.com/office/drawing/2014/main" id="{3F37A1A5-5499-4F74-7024-0A5B8319629F}"/>
              </a:ext>
            </a:extLst>
          </p:cNvPr>
          <p:cNvSpPr/>
          <p:nvPr/>
        </p:nvSpPr>
        <p:spPr>
          <a:xfrm>
            <a:off x="9172145" y="1926372"/>
            <a:ext cx="2825304" cy="333057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533;g38120339156_2_125">
            <a:extLst>
              <a:ext uri="{FF2B5EF4-FFF2-40B4-BE49-F238E27FC236}">
                <a16:creationId xmlns:a16="http://schemas.microsoft.com/office/drawing/2014/main" id="{1DCA2328-D9FD-2FD8-4FC5-7F48D0C5B819}"/>
              </a:ext>
            </a:extLst>
          </p:cNvPr>
          <p:cNvSpPr txBox="1"/>
          <p:nvPr/>
        </p:nvSpPr>
        <p:spPr>
          <a:xfrm>
            <a:off x="9132525" y="1916540"/>
            <a:ext cx="3013187" cy="33305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/>
          <a:p>
            <a:endParaRPr lang="en-US" b="1" dirty="0"/>
          </a:p>
          <a:p>
            <a:r>
              <a:rPr lang="en-US" b="1" dirty="0"/>
              <a:t>4. GPT-4 Fallback System</a:t>
            </a:r>
          </a:p>
          <a:p>
            <a:endParaRPr lang="en-US" dirty="0"/>
          </a:p>
          <a:p>
            <a:r>
              <a:rPr lang="en-US" b="1" dirty="0"/>
              <a:t>Location:</a:t>
            </a:r>
            <a:r>
              <a:rPr lang="en-US" dirty="0"/>
              <a:t> Complex scenario handling, edge cases</a:t>
            </a:r>
          </a:p>
          <a:p>
            <a:endParaRPr lang="en-US" dirty="0"/>
          </a:p>
          <a:p>
            <a:r>
              <a:rPr lang="en-US" b="1" dirty="0"/>
              <a:t>Function:</a:t>
            </a:r>
            <a:r>
              <a:rPr lang="en-US" dirty="0"/>
              <a:t> Handles scenarios when other models struggle (quality &lt; 70%)</a:t>
            </a:r>
          </a:p>
          <a:p>
            <a:endParaRPr lang="en-US" dirty="0"/>
          </a:p>
          <a:p>
            <a:r>
              <a:rPr lang="en-US" b="1" dirty="0"/>
              <a:t>Optimization:</a:t>
            </a:r>
            <a:r>
              <a:rPr lang="en-US" dirty="0"/>
              <a:t> Only activated for ~10% of interactions</a:t>
            </a:r>
          </a:p>
        </p:txBody>
      </p:sp>
    </p:spTree>
    <p:extLst>
      <p:ext uri="{BB962C8B-B14F-4D97-AF65-F5344CB8AC3E}">
        <p14:creationId xmlns:p14="http://schemas.microsoft.com/office/powerpoint/2010/main" val="33232885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38120339156_2_53"/>
          <p:cNvSpPr txBox="1"/>
          <p:nvPr/>
        </p:nvSpPr>
        <p:spPr>
          <a:xfrm>
            <a:off x="2286002" y="-146022"/>
            <a:ext cx="9905998" cy="1478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>
              <a:spcAft>
                <a:spcPts val="600"/>
              </a:spcAft>
              <a:buClr>
                <a:schemeClr val="lt1"/>
              </a:buClr>
              <a:buSzPts val="1800"/>
            </a:pPr>
            <a:r>
              <a:rPr lang="en-US" sz="2800" b="1" i="0" u="none" strike="noStrike" cap="none" dirty="0">
                <a:solidFill>
                  <a:schemeClr val="lt1"/>
                </a:solidFill>
              </a:rPr>
              <a:t>Primary Data Flow- AI-Enhanced Learning Loop</a:t>
            </a:r>
          </a:p>
        </p:txBody>
      </p:sp>
      <p:graphicFrame>
        <p:nvGraphicFramePr>
          <p:cNvPr id="343" name="TextBox 2">
            <a:extLst>
              <a:ext uri="{FF2B5EF4-FFF2-40B4-BE49-F238E27FC236}">
                <a16:creationId xmlns:a16="http://schemas.microsoft.com/office/drawing/2014/main" id="{4241D252-A20A-9D7A-DC5D-DD3B9A2E47D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32021781"/>
              </p:ext>
            </p:extLst>
          </p:nvPr>
        </p:nvGraphicFramePr>
        <p:xfrm>
          <a:off x="1598613" y="1332548"/>
          <a:ext cx="9905998" cy="43525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38120339156_2_53"/>
          <p:cNvSpPr txBox="1"/>
          <p:nvPr/>
        </p:nvSpPr>
        <p:spPr>
          <a:xfrm>
            <a:off x="2458935" y="0"/>
            <a:ext cx="9905998" cy="1478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>
              <a:spcAft>
                <a:spcPts val="600"/>
              </a:spcAft>
              <a:buClr>
                <a:schemeClr val="lt1"/>
              </a:buClr>
              <a:buSzPts val="1800"/>
            </a:pPr>
            <a:r>
              <a:rPr lang="en-US" sz="2800" b="0" i="0" u="none" strike="noStrike" cap="none">
                <a:solidFill>
                  <a:schemeClr val="lt1"/>
                </a:solidFill>
              </a:rPr>
              <a:t>AI Processing Flow (Socratic Teaching Method):</a:t>
            </a:r>
            <a:endParaRPr lang="en-US" sz="2800" b="0" i="0" u="none" strike="noStrike" cap="none" dirty="0">
              <a:solidFill>
                <a:schemeClr val="lt1"/>
              </a:solidFill>
            </a:endParaRPr>
          </a:p>
        </p:txBody>
      </p:sp>
      <p:graphicFrame>
        <p:nvGraphicFramePr>
          <p:cNvPr id="346" name="TextBox 2">
            <a:extLst>
              <a:ext uri="{FF2B5EF4-FFF2-40B4-BE49-F238E27FC236}">
                <a16:creationId xmlns:a16="http://schemas.microsoft.com/office/drawing/2014/main" id="{03CC8CAE-337E-65AD-02F8-CAF073E898A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42726629"/>
              </p:ext>
            </p:extLst>
          </p:nvPr>
        </p:nvGraphicFramePr>
        <p:xfrm>
          <a:off x="1064343" y="1091381"/>
          <a:ext cx="9905998" cy="470965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639486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3813dfa48ab_3_4"/>
          <p:cNvSpPr txBox="1"/>
          <p:nvPr/>
        </p:nvSpPr>
        <p:spPr>
          <a:xfrm>
            <a:off x="1587912" y="-291917"/>
            <a:ext cx="9905998" cy="1478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>
              <a:spcAft>
                <a:spcPts val="600"/>
              </a:spcAft>
              <a:buClr>
                <a:schemeClr val="lt1"/>
              </a:buClr>
              <a:buSzPts val="1800"/>
            </a:pPr>
            <a:r>
              <a:rPr lang="en-US" sz="2800" b="0" i="0" u="none" strike="noStrike" cap="none" dirty="0">
                <a:solidFill>
                  <a:schemeClr val="lt1"/>
                </a:solidFill>
              </a:rPr>
              <a:t>User Flow 1: Building Confidence for “Anxious Becca”:</a:t>
            </a:r>
          </a:p>
        </p:txBody>
      </p:sp>
      <p:graphicFrame>
        <p:nvGraphicFramePr>
          <p:cNvPr id="352" name="TextBox 2">
            <a:extLst>
              <a:ext uri="{FF2B5EF4-FFF2-40B4-BE49-F238E27FC236}">
                <a16:creationId xmlns:a16="http://schemas.microsoft.com/office/drawing/2014/main" id="{3C8A0156-D04A-6D4A-94C5-872B3090F42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9151841"/>
              </p:ext>
            </p:extLst>
          </p:nvPr>
        </p:nvGraphicFramePr>
        <p:xfrm>
          <a:off x="1229904" y="1068388"/>
          <a:ext cx="10264006" cy="53422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353;g3813dfa48ab_3_4">
            <a:extLst>
              <a:ext uri="{FF2B5EF4-FFF2-40B4-BE49-F238E27FC236}">
                <a16:creationId xmlns:a16="http://schemas.microsoft.com/office/drawing/2014/main" id="{3606A4D3-80EA-EA4F-F1A6-E3D6AE2A5DD7}"/>
              </a:ext>
            </a:extLst>
          </p:cNvPr>
          <p:cNvSpPr txBox="1"/>
          <p:nvPr/>
        </p:nvSpPr>
        <p:spPr>
          <a:xfrm>
            <a:off x="1288898" y="264557"/>
            <a:ext cx="9905998" cy="1478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>
              <a:spcAft>
                <a:spcPts val="600"/>
              </a:spcAft>
              <a:buClr>
                <a:schemeClr val="lt1"/>
              </a:buClr>
              <a:buSzPts val="1800"/>
            </a:pPr>
            <a:r>
              <a:rPr lang="en-US" sz="2400" b="1" i="0" u="none" strike="noStrike" cap="none" dirty="0">
                <a:solidFill>
                  <a:schemeClr val="lt1"/>
                </a:solidFill>
              </a:rPr>
              <a:t>User Flow 2: Professional Development for “Career Focused James”:</a:t>
            </a:r>
          </a:p>
        </p:txBody>
      </p:sp>
      <p:graphicFrame>
        <p:nvGraphicFramePr>
          <p:cNvPr id="9" name="TextBox 6">
            <a:extLst>
              <a:ext uri="{FF2B5EF4-FFF2-40B4-BE49-F238E27FC236}">
                <a16:creationId xmlns:a16="http://schemas.microsoft.com/office/drawing/2014/main" id="{60CA9ACF-5192-2426-1AFE-3107BEFD2F9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28510845"/>
              </p:ext>
            </p:extLst>
          </p:nvPr>
        </p:nvGraphicFramePr>
        <p:xfrm>
          <a:off x="1387220" y="1268361"/>
          <a:ext cx="9905998" cy="47489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257880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9">
          <a:extLst>
            <a:ext uri="{FF2B5EF4-FFF2-40B4-BE49-F238E27FC236}">
              <a16:creationId xmlns:a16="http://schemas.microsoft.com/office/drawing/2014/main" id="{4DD89118-FDFC-4081-AD10-75C0DEEF73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3813dfa48ab_3_4">
            <a:extLst>
              <a:ext uri="{FF2B5EF4-FFF2-40B4-BE49-F238E27FC236}">
                <a16:creationId xmlns:a16="http://schemas.microsoft.com/office/drawing/2014/main" id="{54E34721-1521-35D5-C1A9-BA1B06F1F103}"/>
              </a:ext>
            </a:extLst>
          </p:cNvPr>
          <p:cNvSpPr txBox="1"/>
          <p:nvPr/>
        </p:nvSpPr>
        <p:spPr>
          <a:xfrm>
            <a:off x="1587912" y="-291917"/>
            <a:ext cx="9905998" cy="1478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>
              <a:spcAft>
                <a:spcPts val="600"/>
              </a:spcAft>
              <a:buClr>
                <a:schemeClr val="lt1"/>
              </a:buClr>
              <a:buSzPts val="1800"/>
            </a:pPr>
            <a:r>
              <a:rPr lang="en-US" sz="2400" b="1" dirty="0">
                <a:solidFill>
                  <a:schemeClr val="bg1"/>
                </a:solidFill>
              </a:rPr>
              <a:t>Instructor Scenario Assignment for "Experienced Emma“:</a:t>
            </a:r>
            <a:endParaRPr lang="en-US" sz="2400" b="1" i="0" u="none" strike="noStrike" cap="none" dirty="0">
              <a:solidFill>
                <a:schemeClr val="bg1"/>
              </a:solidFill>
            </a:endParaRPr>
          </a:p>
        </p:txBody>
      </p:sp>
      <p:graphicFrame>
        <p:nvGraphicFramePr>
          <p:cNvPr id="352" name="TextBox 2">
            <a:extLst>
              <a:ext uri="{FF2B5EF4-FFF2-40B4-BE49-F238E27FC236}">
                <a16:creationId xmlns:a16="http://schemas.microsoft.com/office/drawing/2014/main" id="{31C07ADB-ADE8-5BBB-2ADE-780A1529FD6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03500854"/>
              </p:ext>
            </p:extLst>
          </p:nvPr>
        </p:nvGraphicFramePr>
        <p:xfrm>
          <a:off x="1229904" y="1068388"/>
          <a:ext cx="10264006" cy="53422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4339441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9">
          <a:extLst>
            <a:ext uri="{FF2B5EF4-FFF2-40B4-BE49-F238E27FC236}">
              <a16:creationId xmlns:a16="http://schemas.microsoft.com/office/drawing/2014/main" id="{0715109D-EAD6-89BD-8F06-0DEC60361F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3813dfa48ab_3_4">
            <a:extLst>
              <a:ext uri="{FF2B5EF4-FFF2-40B4-BE49-F238E27FC236}">
                <a16:creationId xmlns:a16="http://schemas.microsoft.com/office/drawing/2014/main" id="{7BC12127-4B08-8183-4ED3-C31483184DF2}"/>
              </a:ext>
            </a:extLst>
          </p:cNvPr>
          <p:cNvSpPr txBox="1"/>
          <p:nvPr/>
        </p:nvSpPr>
        <p:spPr>
          <a:xfrm>
            <a:off x="1587912" y="-291917"/>
            <a:ext cx="9905998" cy="1478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>
              <a:spcAft>
                <a:spcPts val="600"/>
              </a:spcAft>
              <a:buClr>
                <a:schemeClr val="lt1"/>
              </a:buClr>
              <a:buSzPts val="1800"/>
            </a:pPr>
            <a:r>
              <a:rPr lang="en-US" sz="2400" b="1" dirty="0">
                <a:solidFill>
                  <a:schemeClr val="bg1"/>
                </a:solidFill>
              </a:rPr>
              <a:t>User Flow 4 - Reference Library &amp; Self-Directed Learning:</a:t>
            </a:r>
            <a:endParaRPr lang="en-US" sz="2400" b="1" i="0" u="none" strike="noStrike" cap="none" dirty="0">
              <a:solidFill>
                <a:schemeClr val="bg1"/>
              </a:solidFill>
            </a:endParaRPr>
          </a:p>
        </p:txBody>
      </p:sp>
      <p:graphicFrame>
        <p:nvGraphicFramePr>
          <p:cNvPr id="352" name="TextBox 2">
            <a:extLst>
              <a:ext uri="{FF2B5EF4-FFF2-40B4-BE49-F238E27FC236}">
                <a16:creationId xmlns:a16="http://schemas.microsoft.com/office/drawing/2014/main" id="{74DD8491-CA0C-9F49-593A-94B5F0E1E6A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6120453"/>
              </p:ext>
            </p:extLst>
          </p:nvPr>
        </p:nvGraphicFramePr>
        <p:xfrm>
          <a:off x="1229904" y="1068388"/>
          <a:ext cx="10264006" cy="53422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1370610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9">
          <a:extLst>
            <a:ext uri="{FF2B5EF4-FFF2-40B4-BE49-F238E27FC236}">
              <a16:creationId xmlns:a16="http://schemas.microsoft.com/office/drawing/2014/main" id="{8C9079F1-A55E-B30E-FB53-03AFED78D7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3813dfa48ab_3_4">
            <a:extLst>
              <a:ext uri="{FF2B5EF4-FFF2-40B4-BE49-F238E27FC236}">
                <a16:creationId xmlns:a16="http://schemas.microsoft.com/office/drawing/2014/main" id="{1E03347F-49B1-B480-B71F-500E0C3FF1F6}"/>
              </a:ext>
            </a:extLst>
          </p:cNvPr>
          <p:cNvSpPr txBox="1"/>
          <p:nvPr/>
        </p:nvSpPr>
        <p:spPr>
          <a:xfrm>
            <a:off x="2000867" y="-291917"/>
            <a:ext cx="9905998" cy="1478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>
              <a:spcAft>
                <a:spcPts val="600"/>
              </a:spcAft>
              <a:buClr>
                <a:schemeClr val="lt1"/>
              </a:buClr>
              <a:buSzPts val="1800"/>
            </a:pPr>
            <a:r>
              <a:rPr lang="en-US" sz="2400" b="1" dirty="0">
                <a:solidFill>
                  <a:schemeClr val="bg1"/>
                </a:solidFill>
              </a:rPr>
              <a:t>User Flow 5 - AI Suggestion Modification &amp; User Control</a:t>
            </a:r>
            <a:endParaRPr lang="en-US" sz="2400" b="1" i="0" u="none" strike="noStrike" cap="none" dirty="0">
              <a:solidFill>
                <a:schemeClr val="bg1"/>
              </a:solidFill>
            </a:endParaRPr>
          </a:p>
        </p:txBody>
      </p:sp>
      <p:graphicFrame>
        <p:nvGraphicFramePr>
          <p:cNvPr id="352" name="TextBox 2">
            <a:extLst>
              <a:ext uri="{FF2B5EF4-FFF2-40B4-BE49-F238E27FC236}">
                <a16:creationId xmlns:a16="http://schemas.microsoft.com/office/drawing/2014/main" id="{1A710620-D4E5-37DA-93ED-0634399C759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81361213"/>
              </p:ext>
            </p:extLst>
          </p:nvPr>
        </p:nvGraphicFramePr>
        <p:xfrm>
          <a:off x="776748" y="875071"/>
          <a:ext cx="10884310" cy="553556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676869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2997C9"/>
            </a:gs>
            <a:gs pos="100000">
              <a:srgbClr val="002355"/>
            </a:gs>
          </a:gsLst>
          <a:lin ang="5040080" scaled="0"/>
        </a:gradFill>
        <a:effectLst/>
      </p:bgPr>
    </p:bg>
    <p:spTree>
      <p:nvGrpSpPr>
        <p:cNvPr id="1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80cf0fe5f5_0_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2997C9"/>
              </a:gs>
              <a:gs pos="100000">
                <a:srgbClr val="002355"/>
              </a:gs>
            </a:gsLst>
            <a:lin ang="504008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539" name="Google Shape;539;g380cf0fe5f5_0_5"/>
          <p:cNvSpPr txBox="1">
            <a:spLocks noGrp="1"/>
          </p:cNvSpPr>
          <p:nvPr>
            <p:ph type="title"/>
          </p:nvPr>
        </p:nvSpPr>
        <p:spPr>
          <a:xfrm>
            <a:off x="1141413" y="618518"/>
            <a:ext cx="9906000" cy="14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wentieth Century"/>
              <a:buNone/>
            </a:pPr>
            <a:r>
              <a:rPr lang="en-US" dirty="0"/>
              <a:t>Edge Case Scenarios Planning &amp; Error Handling</a:t>
            </a:r>
            <a:endParaRPr dirty="0"/>
          </a:p>
        </p:txBody>
      </p:sp>
      <p:grpSp>
        <p:nvGrpSpPr>
          <p:cNvPr id="540" name="Google Shape;540;g380cf0fe5f5_0_5"/>
          <p:cNvGrpSpPr/>
          <p:nvPr/>
        </p:nvGrpSpPr>
        <p:grpSpPr>
          <a:xfrm>
            <a:off x="491613" y="1887794"/>
            <a:ext cx="10555872" cy="4454012"/>
            <a:chOff x="0" y="2"/>
            <a:chExt cx="9906074" cy="3584700"/>
          </a:xfrm>
        </p:grpSpPr>
        <p:sp>
          <p:nvSpPr>
            <p:cNvPr id="541" name="Google Shape;541;g380cf0fe5f5_0_5"/>
            <p:cNvSpPr/>
            <p:nvPr/>
          </p:nvSpPr>
          <p:spPr>
            <a:xfrm>
              <a:off x="0" y="2"/>
              <a:ext cx="3095700" cy="3584700"/>
            </a:xfrm>
            <a:prstGeom prst="rect">
              <a:avLst/>
            </a:prstGeom>
            <a:gradFill>
              <a:gsLst>
                <a:gs pos="0">
                  <a:srgbClr val="FBB35A"/>
                </a:gs>
                <a:gs pos="100000">
                  <a:srgbClr val="EF9619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2" name="Google Shape;542;g380cf0fe5f5_0_5"/>
            <p:cNvSpPr txBox="1"/>
            <p:nvPr/>
          </p:nvSpPr>
          <p:spPr>
            <a:xfrm>
              <a:off x="0" y="2"/>
              <a:ext cx="3095700" cy="3584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68575" rIns="68575" bIns="68575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270"/>
                </a:spcBef>
                <a:spcAft>
                  <a:spcPts val="0"/>
                </a:spcAft>
                <a:buNone/>
              </a:pPr>
              <a:r>
                <a:rPr lang="en-US" sz="1800" b="1" dirty="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AI System Failures</a:t>
              </a:r>
            </a:p>
            <a:p>
              <a:pPr marL="0" marR="0" lvl="0" indent="0" algn="l" rtl="0">
                <a:lnSpc>
                  <a:spcPct val="90000"/>
                </a:lnSpc>
                <a:spcBef>
                  <a:spcPts val="270"/>
                </a:spcBef>
                <a:spcAft>
                  <a:spcPts val="0"/>
                </a:spcAft>
                <a:buNone/>
              </a:pPr>
              <a:endParaRPr sz="1800" b="1" dirty="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  <a:p>
              <a:pPr lvl="1">
                <a:lnSpc>
                  <a:spcPct val="90000"/>
                </a:lnSpc>
                <a:spcBef>
                  <a:spcPts val="270"/>
                </a:spcBef>
                <a:buClr>
                  <a:schemeClr val="lt1"/>
                </a:buClr>
                <a:buSzPts val="1800"/>
              </a:pPr>
              <a:r>
                <a:rPr lang="en-US" sz="1800" dirty="0"/>
                <a:t>Student starts scenario </a:t>
              </a:r>
            </a:p>
            <a:p>
              <a:pPr lvl="1">
                <a:lnSpc>
                  <a:spcPct val="90000"/>
                </a:lnSpc>
                <a:spcBef>
                  <a:spcPts val="270"/>
                </a:spcBef>
                <a:buClr>
                  <a:schemeClr val="lt1"/>
                </a:buClr>
                <a:buSzPts val="1800"/>
              </a:pPr>
              <a:endParaRPr lang="en-US" sz="1800" dirty="0"/>
            </a:p>
            <a:p>
              <a:pPr lvl="1">
                <a:lnSpc>
                  <a:spcPct val="90000"/>
                </a:lnSpc>
                <a:spcBef>
                  <a:spcPts val="270"/>
                </a:spcBef>
                <a:buClr>
                  <a:schemeClr val="lt1"/>
                </a:buClr>
                <a:buSzPts val="1800"/>
              </a:pPr>
              <a:r>
                <a:rPr lang="en-US" sz="1800" dirty="0"/>
                <a:t>→ AI coaching service unavailable </a:t>
              </a:r>
            </a:p>
            <a:p>
              <a:pPr lvl="1">
                <a:lnSpc>
                  <a:spcPct val="90000"/>
                </a:lnSpc>
                <a:spcBef>
                  <a:spcPts val="270"/>
                </a:spcBef>
                <a:buClr>
                  <a:schemeClr val="lt1"/>
                </a:buClr>
                <a:buSzPts val="1800"/>
              </a:pPr>
              <a:endParaRPr lang="en-US" sz="1800" dirty="0"/>
            </a:p>
            <a:p>
              <a:pPr lvl="1">
                <a:lnSpc>
                  <a:spcPct val="90000"/>
                </a:lnSpc>
                <a:spcBef>
                  <a:spcPts val="270"/>
                </a:spcBef>
                <a:buClr>
                  <a:schemeClr val="lt1"/>
                </a:buClr>
                <a:buSzPts val="1800"/>
              </a:pPr>
              <a:r>
                <a:rPr lang="en-US" sz="1800" dirty="0"/>
                <a:t>→ [Fallback]: Display basic feedback mode </a:t>
              </a:r>
            </a:p>
            <a:p>
              <a:pPr lvl="1">
                <a:lnSpc>
                  <a:spcPct val="90000"/>
                </a:lnSpc>
                <a:spcBef>
                  <a:spcPts val="270"/>
                </a:spcBef>
                <a:buClr>
                  <a:schemeClr val="lt1"/>
                </a:buClr>
                <a:buSzPts val="1800"/>
              </a:pPr>
              <a:endParaRPr lang="en-US" sz="1800" dirty="0"/>
            </a:p>
            <a:p>
              <a:pPr lvl="1">
                <a:lnSpc>
                  <a:spcPct val="90000"/>
                </a:lnSpc>
                <a:spcBef>
                  <a:spcPts val="270"/>
                </a:spcBef>
                <a:buClr>
                  <a:schemeClr val="lt1"/>
                </a:buClr>
                <a:buSzPts val="1800"/>
              </a:pPr>
              <a:r>
                <a:rPr lang="en-US" sz="1800" dirty="0"/>
                <a:t>→ Show correct answers with protocol references </a:t>
              </a:r>
            </a:p>
            <a:p>
              <a:pPr lvl="1">
                <a:lnSpc>
                  <a:spcPct val="90000"/>
                </a:lnSpc>
                <a:spcBef>
                  <a:spcPts val="270"/>
                </a:spcBef>
                <a:buClr>
                  <a:schemeClr val="lt1"/>
                </a:buClr>
                <a:buSzPts val="1800"/>
              </a:pPr>
              <a:endParaRPr lang="en-US" sz="1800" dirty="0"/>
            </a:p>
            <a:p>
              <a:pPr lvl="1">
                <a:lnSpc>
                  <a:spcPct val="90000"/>
                </a:lnSpc>
                <a:spcBef>
                  <a:spcPts val="270"/>
                </a:spcBef>
                <a:buClr>
                  <a:schemeClr val="lt1"/>
                </a:buClr>
                <a:buSzPts val="1800"/>
              </a:pPr>
              <a:r>
                <a:rPr lang="en-US" sz="1800" dirty="0"/>
                <a:t>→ "AI coaching will return shortly. Continue with basic practice?"</a:t>
              </a:r>
              <a:endParaRPr sz="1800" b="1" dirty="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543" name="Google Shape;543;g380cf0fe5f5_0_5"/>
            <p:cNvSpPr/>
            <p:nvPr/>
          </p:nvSpPr>
          <p:spPr>
            <a:xfrm>
              <a:off x="3405187" y="27129"/>
              <a:ext cx="3095700" cy="3530700"/>
            </a:xfrm>
            <a:prstGeom prst="rect">
              <a:avLst/>
            </a:prstGeom>
            <a:gradFill>
              <a:gsLst>
                <a:gs pos="0">
                  <a:srgbClr val="DA6C5A"/>
                </a:gs>
                <a:gs pos="100000">
                  <a:srgbClr val="CA3D2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4" name="Google Shape;544;g380cf0fe5f5_0_5"/>
            <p:cNvSpPr txBox="1"/>
            <p:nvPr/>
          </p:nvSpPr>
          <p:spPr>
            <a:xfrm>
              <a:off x="3405187" y="27129"/>
              <a:ext cx="3095700" cy="3530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68575" rIns="68575" bIns="68575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270"/>
                </a:spcBef>
                <a:spcAft>
                  <a:spcPts val="0"/>
                </a:spcAft>
                <a:buNone/>
              </a:pPr>
              <a:r>
                <a:rPr lang="en-US" sz="1800" b="1" dirty="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Student Frustration/Confusion</a:t>
              </a:r>
            </a:p>
            <a:p>
              <a:pPr marL="0" marR="0" lvl="0" indent="0" algn="l" rtl="0">
                <a:lnSpc>
                  <a:spcPct val="90000"/>
                </a:lnSpc>
                <a:spcBef>
                  <a:spcPts val="270"/>
                </a:spcBef>
                <a:spcAft>
                  <a:spcPts val="0"/>
                </a:spcAft>
                <a:buNone/>
              </a:pPr>
              <a:endParaRPr sz="1800" b="1" dirty="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  <a:p>
              <a:r>
                <a:rPr lang="en-US" sz="1600" dirty="0"/>
                <a:t>Student makes repeated incorrect decisions </a:t>
              </a:r>
            </a:p>
            <a:p>
              <a:endParaRPr lang="en-US" sz="1600" dirty="0"/>
            </a:p>
            <a:p>
              <a:r>
                <a:rPr lang="en-US" sz="1600" dirty="0"/>
                <a:t>→ AI detects frustration pattern </a:t>
              </a:r>
            </a:p>
            <a:p>
              <a:endParaRPr lang="en-US" sz="1600" dirty="0"/>
            </a:p>
            <a:p>
              <a:r>
                <a:rPr lang="en-US" sz="1600" dirty="0"/>
                <a:t>→ [Intervention]: "This seems challenging. Would you like to:“</a:t>
              </a:r>
            </a:p>
            <a:p>
              <a:endParaRPr lang="en-US" sz="1600" dirty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600" dirty="0"/>
                <a:t>Review the protocol first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600" dirty="0"/>
                <a:t>Try an easier scenario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600" dirty="0"/>
                <a:t>Get a hint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600" dirty="0"/>
                <a:t>Take a break</a:t>
              </a:r>
            </a:p>
          </p:txBody>
        </p:sp>
        <p:sp>
          <p:nvSpPr>
            <p:cNvPr id="545" name="Google Shape;545;g380cf0fe5f5_0_5"/>
            <p:cNvSpPr/>
            <p:nvPr/>
          </p:nvSpPr>
          <p:spPr>
            <a:xfrm>
              <a:off x="6810374" y="2"/>
              <a:ext cx="3095700" cy="3584700"/>
            </a:xfrm>
            <a:prstGeom prst="rect">
              <a:avLst/>
            </a:prstGeom>
            <a:gradFill>
              <a:gsLst>
                <a:gs pos="0">
                  <a:srgbClr val="BA6CD8"/>
                </a:gs>
                <a:gs pos="100000">
                  <a:srgbClr val="A139C6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6" name="Google Shape;546;g380cf0fe5f5_0_5"/>
            <p:cNvSpPr txBox="1"/>
            <p:nvPr/>
          </p:nvSpPr>
          <p:spPr>
            <a:xfrm>
              <a:off x="6810374" y="2"/>
              <a:ext cx="3095700" cy="3584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68575" rIns="68575" bIns="68575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270"/>
                </a:spcBef>
                <a:spcAft>
                  <a:spcPts val="0"/>
                </a:spcAft>
                <a:buNone/>
              </a:pPr>
              <a:r>
                <a:rPr lang="en-US" sz="1800" b="1" dirty="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Overconfident Student Pattern:</a:t>
              </a:r>
            </a:p>
            <a:p>
              <a:pPr marL="0" marR="0" lvl="0" indent="0" algn="l" rtl="0">
                <a:lnSpc>
                  <a:spcPct val="90000"/>
                </a:lnSpc>
                <a:spcBef>
                  <a:spcPts val="270"/>
                </a:spcBef>
                <a:spcAft>
                  <a:spcPts val="0"/>
                </a:spcAft>
                <a:buNone/>
              </a:pPr>
              <a:endParaRPr sz="1800" b="1" dirty="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  <a:p>
              <a:pPr lvl="1">
                <a:lnSpc>
                  <a:spcPct val="90000"/>
                </a:lnSpc>
                <a:spcBef>
                  <a:spcPts val="270"/>
                </a:spcBef>
                <a:buClr>
                  <a:schemeClr val="lt1"/>
                </a:buClr>
                <a:buSzPts val="1800"/>
              </a:pPr>
              <a:r>
                <a:rPr lang="en-US" dirty="0"/>
                <a:t>Student consistently chooses quickly and correctly </a:t>
              </a:r>
            </a:p>
            <a:p>
              <a:pPr lvl="1">
                <a:lnSpc>
                  <a:spcPct val="90000"/>
                </a:lnSpc>
                <a:spcBef>
                  <a:spcPts val="270"/>
                </a:spcBef>
                <a:buClr>
                  <a:schemeClr val="lt1"/>
                </a:buClr>
                <a:buSzPts val="1800"/>
              </a:pPr>
              <a:endParaRPr lang="en-US" dirty="0"/>
            </a:p>
            <a:p>
              <a:pPr lvl="1">
                <a:lnSpc>
                  <a:spcPct val="90000"/>
                </a:lnSpc>
                <a:spcBef>
                  <a:spcPts val="270"/>
                </a:spcBef>
                <a:buClr>
                  <a:schemeClr val="lt1"/>
                </a:buClr>
                <a:buSzPts val="1800"/>
              </a:pPr>
              <a:r>
                <a:rPr lang="en-US" dirty="0"/>
                <a:t>→ AI detects an overconfidence pattern </a:t>
              </a:r>
            </a:p>
            <a:p>
              <a:pPr lvl="1">
                <a:lnSpc>
                  <a:spcPct val="90000"/>
                </a:lnSpc>
                <a:spcBef>
                  <a:spcPts val="270"/>
                </a:spcBef>
                <a:buClr>
                  <a:schemeClr val="lt1"/>
                </a:buClr>
                <a:buSzPts val="1800"/>
              </a:pPr>
              <a:endParaRPr lang="en-US" dirty="0"/>
            </a:p>
            <a:p>
              <a:pPr lvl="1">
                <a:lnSpc>
                  <a:spcPct val="90000"/>
                </a:lnSpc>
                <a:spcBef>
                  <a:spcPts val="270"/>
                </a:spcBef>
                <a:buClr>
                  <a:schemeClr val="lt1"/>
                </a:buClr>
                <a:buSzPts val="1800"/>
              </a:pPr>
              <a:r>
                <a:rPr lang="en-US" dirty="0"/>
                <a:t>→ Introduce more complex scenarios </a:t>
              </a:r>
            </a:p>
            <a:p>
              <a:pPr lvl="1">
                <a:lnSpc>
                  <a:spcPct val="90000"/>
                </a:lnSpc>
                <a:spcBef>
                  <a:spcPts val="270"/>
                </a:spcBef>
                <a:buClr>
                  <a:schemeClr val="lt1"/>
                </a:buClr>
                <a:buSzPts val="1800"/>
              </a:pPr>
              <a:endParaRPr lang="en-US" dirty="0"/>
            </a:p>
            <a:p>
              <a:pPr lvl="1">
                <a:lnSpc>
                  <a:spcPct val="90000"/>
                </a:lnSpc>
                <a:spcBef>
                  <a:spcPts val="270"/>
                </a:spcBef>
                <a:buClr>
                  <a:schemeClr val="lt1"/>
                </a:buClr>
                <a:buSzPts val="1800"/>
              </a:pPr>
              <a:r>
                <a:rPr lang="en-US" dirty="0"/>
                <a:t>→ Add time pressure or complications </a:t>
              </a:r>
            </a:p>
            <a:p>
              <a:pPr lvl="1">
                <a:lnSpc>
                  <a:spcPct val="90000"/>
                </a:lnSpc>
                <a:spcBef>
                  <a:spcPts val="270"/>
                </a:spcBef>
                <a:buClr>
                  <a:schemeClr val="lt1"/>
                </a:buClr>
                <a:buSzPts val="1800"/>
              </a:pPr>
              <a:endParaRPr lang="en-US" dirty="0"/>
            </a:p>
            <a:p>
              <a:pPr lvl="1">
                <a:lnSpc>
                  <a:spcPct val="90000"/>
                </a:lnSpc>
                <a:spcBef>
                  <a:spcPts val="270"/>
                </a:spcBef>
                <a:buClr>
                  <a:schemeClr val="lt1"/>
                </a:buClr>
                <a:buSzPts val="1800"/>
              </a:pPr>
              <a:r>
                <a:rPr lang="en-US" dirty="0"/>
                <a:t>→ Guide the student to recognize complexity </a:t>
              </a:r>
            </a:p>
            <a:p>
              <a:pPr lvl="1">
                <a:lnSpc>
                  <a:spcPct val="90000"/>
                </a:lnSpc>
                <a:spcBef>
                  <a:spcPts val="270"/>
                </a:spcBef>
                <a:buClr>
                  <a:schemeClr val="lt1"/>
                </a:buClr>
                <a:buSzPts val="1800"/>
              </a:pPr>
              <a:endParaRPr lang="en-US" dirty="0"/>
            </a:p>
            <a:p>
              <a:pPr lvl="1">
                <a:lnSpc>
                  <a:spcPct val="90000"/>
                </a:lnSpc>
                <a:spcBef>
                  <a:spcPts val="270"/>
                </a:spcBef>
                <a:buClr>
                  <a:schemeClr val="lt1"/>
                </a:buClr>
                <a:buSzPts val="1800"/>
              </a:pPr>
              <a:r>
                <a:rPr lang="en-US" dirty="0"/>
                <a:t>→ Build humility and a deeper understanding</a:t>
              </a:r>
              <a:endParaRPr b="1" dirty="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6"/>
          <p:cNvSpPr txBox="1">
            <a:spLocks noGrp="1"/>
          </p:cNvSpPr>
          <p:nvPr>
            <p:ph type="title"/>
          </p:nvPr>
        </p:nvSpPr>
        <p:spPr>
          <a:xfrm>
            <a:off x="1143000" y="160593"/>
            <a:ext cx="9906000" cy="14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Twentieth Century"/>
              <a:buNone/>
            </a:pPr>
            <a:r>
              <a:rPr lang="en-US" sz="4000" dirty="0"/>
              <a:t>Mockup Photos</a:t>
            </a:r>
            <a:endParaRPr dirty="0"/>
          </a:p>
        </p:txBody>
      </p:sp>
      <p:pic>
        <p:nvPicPr>
          <p:cNvPr id="552" name="Google Shape;552;p6" title="Screenshot 2025-09-18 194620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382368"/>
            <a:ext cx="11887202" cy="48887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g38120339156_2_47"/>
          <p:cNvSpPr txBox="1">
            <a:spLocks noGrp="1"/>
          </p:cNvSpPr>
          <p:nvPr>
            <p:ph type="title"/>
          </p:nvPr>
        </p:nvSpPr>
        <p:spPr>
          <a:xfrm>
            <a:off x="1143000" y="160593"/>
            <a:ext cx="9906000" cy="14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Twentieth Century"/>
              <a:buNone/>
            </a:pPr>
            <a:r>
              <a:rPr lang="en-US" sz="4000" dirty="0"/>
              <a:t>Mockup Photos</a:t>
            </a:r>
            <a:endParaRPr dirty="0"/>
          </a:p>
        </p:txBody>
      </p:sp>
      <p:pic>
        <p:nvPicPr>
          <p:cNvPr id="558" name="Google Shape;558;g38120339156_2_47" title="Screenshot 2025-09-18 194635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5125" y="1323893"/>
            <a:ext cx="11821741" cy="49139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919437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2997C9"/>
            </a:gs>
            <a:gs pos="100000">
              <a:srgbClr val="002355"/>
            </a:gs>
          </a:gsLst>
          <a:lin ang="5040080" scaled="0"/>
        </a:gradFill>
        <a:effectLst/>
      </p:bgPr>
    </p:bg>
    <p:spTree>
      <p:nvGrpSpPr>
        <p:cNvPr id="1" name="Shape 524">
          <a:extLst>
            <a:ext uri="{FF2B5EF4-FFF2-40B4-BE49-F238E27FC236}">
              <a16:creationId xmlns:a16="http://schemas.microsoft.com/office/drawing/2014/main" id="{941D3CDB-09CC-454C-A197-EBC5D96B8D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7" name="Google Shape;527;g38120339156_2_125">
            <a:extLst>
              <a:ext uri="{FF2B5EF4-FFF2-40B4-BE49-F238E27FC236}">
                <a16:creationId xmlns:a16="http://schemas.microsoft.com/office/drawing/2014/main" id="{6CB1C601-5E7B-E977-B530-8DC980EF736A}"/>
              </a:ext>
            </a:extLst>
          </p:cNvPr>
          <p:cNvGrpSpPr/>
          <p:nvPr/>
        </p:nvGrpSpPr>
        <p:grpSpPr>
          <a:xfrm>
            <a:off x="934065" y="983226"/>
            <a:ext cx="10382864" cy="4209305"/>
            <a:chOff x="0" y="2"/>
            <a:chExt cx="6274433" cy="3584700"/>
          </a:xfrm>
        </p:grpSpPr>
        <p:sp>
          <p:nvSpPr>
            <p:cNvPr id="528" name="Google Shape;528;g38120339156_2_125">
              <a:extLst>
                <a:ext uri="{FF2B5EF4-FFF2-40B4-BE49-F238E27FC236}">
                  <a16:creationId xmlns:a16="http://schemas.microsoft.com/office/drawing/2014/main" id="{5D6D4B83-D228-119D-2444-C27B58B53C0E}"/>
                </a:ext>
              </a:extLst>
            </p:cNvPr>
            <p:cNvSpPr/>
            <p:nvPr/>
          </p:nvSpPr>
          <p:spPr>
            <a:xfrm>
              <a:off x="0" y="2"/>
              <a:ext cx="3095700" cy="3584700"/>
            </a:xfrm>
            <a:prstGeom prst="rect">
              <a:avLst/>
            </a:prstGeom>
            <a:gradFill>
              <a:gsLst>
                <a:gs pos="0">
                  <a:srgbClr val="FBB35A"/>
                </a:gs>
                <a:gs pos="100000">
                  <a:srgbClr val="EF9619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9" name="Google Shape;529;g38120339156_2_125">
              <a:extLst>
                <a:ext uri="{FF2B5EF4-FFF2-40B4-BE49-F238E27FC236}">
                  <a16:creationId xmlns:a16="http://schemas.microsoft.com/office/drawing/2014/main" id="{A15BE69E-D774-7325-6E07-AEBD61D99C5A}"/>
                </a:ext>
              </a:extLst>
            </p:cNvPr>
            <p:cNvSpPr txBox="1"/>
            <p:nvPr/>
          </p:nvSpPr>
          <p:spPr>
            <a:xfrm>
              <a:off x="117116" y="27002"/>
              <a:ext cx="2743201" cy="34007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68575" rIns="68575" bIns="68575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270"/>
                </a:spcBef>
                <a:spcAft>
                  <a:spcPts val="0"/>
                </a:spcAft>
                <a:buNone/>
              </a:pPr>
              <a:endParaRPr sz="1800" b="1" dirty="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530" name="Google Shape;530;g38120339156_2_125">
              <a:extLst>
                <a:ext uri="{FF2B5EF4-FFF2-40B4-BE49-F238E27FC236}">
                  <a16:creationId xmlns:a16="http://schemas.microsoft.com/office/drawing/2014/main" id="{2E041FE0-B2F6-21F9-7284-57E65CEEC127}"/>
                </a:ext>
              </a:extLst>
            </p:cNvPr>
            <p:cNvSpPr/>
            <p:nvPr/>
          </p:nvSpPr>
          <p:spPr>
            <a:xfrm>
              <a:off x="3178733" y="27002"/>
              <a:ext cx="3095700" cy="3530700"/>
            </a:xfrm>
            <a:prstGeom prst="rect">
              <a:avLst/>
            </a:prstGeom>
            <a:gradFill>
              <a:gsLst>
                <a:gs pos="0">
                  <a:srgbClr val="DA6C5A"/>
                </a:gs>
                <a:gs pos="100000">
                  <a:srgbClr val="CA3D2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1" name="Google Shape;531;g38120339156_2_125">
              <a:extLst>
                <a:ext uri="{FF2B5EF4-FFF2-40B4-BE49-F238E27FC236}">
                  <a16:creationId xmlns:a16="http://schemas.microsoft.com/office/drawing/2014/main" id="{D138F043-E748-AB8F-DE51-BC8A798E2455}"/>
                </a:ext>
              </a:extLst>
            </p:cNvPr>
            <p:cNvSpPr txBox="1"/>
            <p:nvPr/>
          </p:nvSpPr>
          <p:spPr>
            <a:xfrm>
              <a:off x="3226116" y="131102"/>
              <a:ext cx="2978584" cy="34007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68575" rIns="68575" bIns="68575" anchor="t" anchorCtr="0">
              <a:noAutofit/>
            </a:bodyPr>
            <a:lstStyle/>
            <a:p>
              <a:pPr algn="ctr"/>
              <a:r>
                <a:rPr lang="en-US" sz="2400" b="1" dirty="0"/>
                <a:t>Accessibility Features:</a:t>
              </a:r>
            </a:p>
            <a:p>
              <a:pPr algn="ctr"/>
              <a:endParaRPr lang="en-US" sz="2400" b="1" dirty="0"/>
            </a:p>
            <a:p>
              <a:endParaRPr lang="en-US" dirty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Large buttons (44px min) for use with gloves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lang="en-US" dirty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lang="en-US" dirty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High contrast colors for visibility in poor lighting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lang="en-US" dirty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lang="en-US" dirty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Screen reader compatibility for visual impairments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lang="en-US" dirty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lang="en-US" dirty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Voice interaction option for hands-free operation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lang="en-US" dirty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lang="en-US" dirty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Adjustable text size for different visual needs</a:t>
              </a: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44DAF16B-19AA-E56A-BD7F-E075CE1269C3}"/>
              </a:ext>
            </a:extLst>
          </p:cNvPr>
          <p:cNvSpPr txBox="1"/>
          <p:nvPr/>
        </p:nvSpPr>
        <p:spPr>
          <a:xfrm>
            <a:off x="990464" y="1247896"/>
            <a:ext cx="4928929" cy="3262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/>
              <a:t>AI Integration Principles:</a:t>
            </a:r>
          </a:p>
          <a:p>
            <a:endParaRPr lang="en-US" dirty="0"/>
          </a:p>
          <a:p>
            <a:endParaRPr lang="en-US" dirty="0"/>
          </a:p>
          <a:p>
            <a:r>
              <a:rPr lang="en-US" b="1" dirty="0"/>
              <a:t>Transparency:</a:t>
            </a:r>
            <a:r>
              <a:rPr lang="en-US" dirty="0"/>
              <a:t> Always indicate when AI is providing guidance</a:t>
            </a:r>
          </a:p>
          <a:p>
            <a:endParaRPr lang="en-US" dirty="0"/>
          </a:p>
          <a:p>
            <a:endParaRPr lang="en-US" dirty="0"/>
          </a:p>
          <a:p>
            <a:r>
              <a:rPr lang="en-US" b="1" dirty="0"/>
              <a:t>Medical Accuracy:</a:t>
            </a:r>
            <a:r>
              <a:rPr lang="en-US" dirty="0"/>
              <a:t> All AI responses cite EMT protocols</a:t>
            </a:r>
          </a:p>
          <a:p>
            <a:endParaRPr lang="en-US" dirty="0"/>
          </a:p>
          <a:p>
            <a:endParaRPr lang="en-US" dirty="0"/>
          </a:p>
          <a:p>
            <a:r>
              <a:rPr lang="en-US" b="1" dirty="0"/>
              <a:t>Progressive Disclosure:</a:t>
            </a:r>
            <a:r>
              <a:rPr lang="en-US" dirty="0"/>
              <a:t> Don't overwhelm with information</a:t>
            </a:r>
          </a:p>
          <a:p>
            <a:endParaRPr lang="en-US" dirty="0"/>
          </a:p>
          <a:p>
            <a:endParaRPr lang="en-US" dirty="0"/>
          </a:p>
          <a:p>
            <a:r>
              <a:rPr lang="en-US" b="1" dirty="0"/>
              <a:t>Graceful Degradation:</a:t>
            </a:r>
            <a:r>
              <a:rPr lang="en-US" dirty="0"/>
              <a:t> Work offline when AI is unavailable</a:t>
            </a:r>
          </a:p>
        </p:txBody>
      </p:sp>
    </p:spTree>
    <p:extLst>
      <p:ext uri="{BB962C8B-B14F-4D97-AF65-F5344CB8AC3E}">
        <p14:creationId xmlns:p14="http://schemas.microsoft.com/office/powerpoint/2010/main" val="132559641"/>
      </p:ext>
    </p:extLst>
  </p:cSld>
  <p:clrMapOvr>
    <a:masterClrMapping/>
  </p:clrMapOvr>
</p:sld>
</file>

<file path=ppt/theme/theme1.xml><?xml version="1.0" encoding="utf-8"?>
<a:theme xmlns:a="http://schemas.openxmlformats.org/drawingml/2006/main" name="Circuit">
  <a:themeElements>
    <a:clrScheme name="Circuit">
      <a:dk1>
        <a:srgbClr val="000000"/>
      </a:dk1>
      <a:lt1>
        <a:srgbClr val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3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A3C4B754-D58D-49B2-821D-175E78BA2290}">
  <we:reference id="wa200007130" version="1.0.0.1" store="en-US" storeType="OMEX"/>
  <we:alternateReferences>
    <we:reference id="wa200007130" version="1.0.0.1" store="wa200007130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188</TotalTime>
  <Words>1206</Words>
  <Application>Microsoft Office PowerPoint</Application>
  <PresentationFormat>Widescreen</PresentationFormat>
  <Paragraphs>217</Paragraphs>
  <Slides>17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Twentieth Century</vt:lpstr>
      <vt:lpstr>Circuit</vt:lpstr>
      <vt:lpstr>EMT Simu-Save</vt:lpstr>
      <vt:lpstr>PowerPoint Presentation</vt:lpstr>
      <vt:lpstr>PowerPoint Presentation</vt:lpstr>
      <vt:lpstr>Content Strategy &amp; Information Hierarchy</vt:lpstr>
      <vt:lpstr>AI Integration Points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Edge Case Scenarios Planning &amp; Error Handling</vt:lpstr>
      <vt:lpstr>Mockup Photos</vt:lpstr>
      <vt:lpstr>Mockup Photos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 Lawrence</dc:creator>
  <cp:lastModifiedBy>M Lawrence</cp:lastModifiedBy>
  <cp:revision>2</cp:revision>
  <dcterms:created xsi:type="dcterms:W3CDTF">2025-09-06T23:34:47Z</dcterms:created>
  <dcterms:modified xsi:type="dcterms:W3CDTF">2025-09-20T20:09:28Z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